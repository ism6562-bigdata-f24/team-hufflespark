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19"/>
  </p:notesMasterIdLst>
  <p:sldIdLst>
    <p:sldId id="264" r:id="rId2"/>
    <p:sldId id="742" r:id="rId3"/>
    <p:sldId id="752" r:id="rId4"/>
    <p:sldId id="743" r:id="rId5"/>
    <p:sldId id="744" r:id="rId6"/>
    <p:sldId id="745" r:id="rId7"/>
    <p:sldId id="747" r:id="rId8"/>
    <p:sldId id="746" r:id="rId9"/>
    <p:sldId id="748" r:id="rId10"/>
    <p:sldId id="749" r:id="rId11"/>
    <p:sldId id="757" r:id="rId12"/>
    <p:sldId id="751" r:id="rId13"/>
    <p:sldId id="753" r:id="rId14"/>
    <p:sldId id="754" r:id="rId15"/>
    <p:sldId id="755" r:id="rId16"/>
    <p:sldId id="756" r:id="rId17"/>
    <p:sldId id="267" r:id="rId18"/>
  </p:sldIdLst>
  <p:sldSz cx="9144000" cy="5143500" type="screen16x9"/>
  <p:notesSz cx="6858000" cy="9144000"/>
  <p:defaultTex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mith, Tim [ISBA]" initials="ST[" lastIdx="2" clrIdx="0">
    <p:extLst>
      <p:ext uri="{19B8F6BF-5375-455C-9EA6-DF929625EA0E}">
        <p15:presenceInfo xmlns:p15="http://schemas.microsoft.com/office/powerpoint/2012/main" userId="S::timsmith@iastate.edu::f31654f8-e825-44b9-9f42-ae59432b1efc"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747"/>
    <a:srgbClr val="ECEAD1"/>
    <a:srgbClr val="CFC493"/>
    <a:srgbClr val="466069"/>
    <a:srgbClr val="7E96A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693" autoAdjust="0"/>
    <p:restoredTop sz="94558" autoAdjust="0"/>
  </p:normalViewPr>
  <p:slideViewPr>
    <p:cSldViewPr snapToGrid="0" snapToObjects="1">
      <p:cViewPr varScale="1">
        <p:scale>
          <a:sx n="161" d="100"/>
          <a:sy n="161" d="100"/>
        </p:scale>
        <p:origin x="392" y="192"/>
      </p:cViewPr>
      <p:guideLst>
        <p:guide orient="horz" pos="1620"/>
        <p:guide pos="2880"/>
      </p:guideLst>
    </p:cSldViewPr>
  </p:slideViewPr>
  <p:notesTextViewPr>
    <p:cViewPr>
      <p:scale>
        <a:sx n="1" d="1"/>
        <a:sy n="1" d="1"/>
      </p:scale>
      <p:origin x="0" y="0"/>
    </p:cViewPr>
  </p:notesTextViewPr>
  <p:notesViewPr>
    <p:cSldViewPr snapToGrid="0" snapToObjects="1">
      <p:cViewPr varScale="1">
        <p:scale>
          <a:sx n="194" d="100"/>
          <a:sy n="194" d="100"/>
        </p:scale>
        <p:origin x="1518" y="13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25376C-9A93-4286-A919-CFCA4B03E74D}" type="datetimeFigureOut">
              <a:rPr lang="en-US" smtClean="0"/>
              <a:t>10/18/24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A50BC1-4EC3-450B-9FF3-D8E80A334FB3}" type="slidenum">
              <a:rPr lang="en-US" smtClean="0"/>
              <a:t>‹#›</a:t>
            </a:fld>
            <a:endParaRPr lang="en-US"/>
          </a:p>
        </p:txBody>
      </p:sp>
    </p:spTree>
    <p:extLst>
      <p:ext uri="{BB962C8B-B14F-4D97-AF65-F5344CB8AC3E}">
        <p14:creationId xmlns:p14="http://schemas.microsoft.com/office/powerpoint/2010/main" val="10106984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5A50BC1-4EC3-450B-9FF3-D8E80A334FB3}" type="slidenum">
              <a:rPr lang="en-US" smtClean="0"/>
              <a:t>1</a:t>
            </a:fld>
            <a:endParaRPr lang="en-US"/>
          </a:p>
        </p:txBody>
      </p:sp>
    </p:spTree>
    <p:extLst>
      <p:ext uri="{BB962C8B-B14F-4D97-AF65-F5344CB8AC3E}">
        <p14:creationId xmlns:p14="http://schemas.microsoft.com/office/powerpoint/2010/main" val="4979101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A563AA-D43C-CD2D-DEC8-CDAC36D136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A0B251-0EBC-089F-9E01-B9C79F6746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D1DA61E-A7D6-2FF0-10C0-5C519055403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702EDA1-CBA8-5DE3-A456-0A85BB7C6892}"/>
              </a:ext>
            </a:extLst>
          </p:cNvPr>
          <p:cNvSpPr>
            <a:spLocks noGrp="1"/>
          </p:cNvSpPr>
          <p:nvPr>
            <p:ph type="sldNum" sz="quarter" idx="5"/>
          </p:nvPr>
        </p:nvSpPr>
        <p:spPr/>
        <p:txBody>
          <a:bodyPr/>
          <a:lstStyle/>
          <a:p>
            <a:fld id="{85A50BC1-4EC3-450B-9FF3-D8E80A334FB3}" type="slidenum">
              <a:rPr lang="en-US" smtClean="0"/>
              <a:t>3</a:t>
            </a:fld>
            <a:endParaRPr lang="en-US"/>
          </a:p>
        </p:txBody>
      </p:sp>
    </p:spTree>
    <p:extLst>
      <p:ext uri="{BB962C8B-B14F-4D97-AF65-F5344CB8AC3E}">
        <p14:creationId xmlns:p14="http://schemas.microsoft.com/office/powerpoint/2010/main" val="33767195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E44E1C-8C3B-2371-AC94-0C928B66B9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AC9DF0-02AC-F867-422B-68348CB32C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10FAC1A-A331-472B-A0A0-8177B11ACB7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285B525-3442-BC40-FD2F-1A26CC54D254}"/>
              </a:ext>
            </a:extLst>
          </p:cNvPr>
          <p:cNvSpPr>
            <a:spLocks noGrp="1"/>
          </p:cNvSpPr>
          <p:nvPr>
            <p:ph type="sldNum" sz="quarter" idx="5"/>
          </p:nvPr>
        </p:nvSpPr>
        <p:spPr/>
        <p:txBody>
          <a:bodyPr/>
          <a:lstStyle/>
          <a:p>
            <a:fld id="{85A50BC1-4EC3-450B-9FF3-D8E80A334FB3}" type="slidenum">
              <a:rPr lang="en-US" smtClean="0"/>
              <a:t>8</a:t>
            </a:fld>
            <a:endParaRPr lang="en-US"/>
          </a:p>
        </p:txBody>
      </p:sp>
    </p:spTree>
    <p:extLst>
      <p:ext uri="{BB962C8B-B14F-4D97-AF65-F5344CB8AC3E}">
        <p14:creationId xmlns:p14="http://schemas.microsoft.com/office/powerpoint/2010/main" val="38095395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5A50BC1-4EC3-450B-9FF3-D8E80A334FB3}" type="slidenum">
              <a:rPr lang="en-US" smtClean="0"/>
              <a:t>17</a:t>
            </a:fld>
            <a:endParaRPr lang="en-US"/>
          </a:p>
        </p:txBody>
      </p:sp>
    </p:spTree>
    <p:extLst>
      <p:ext uri="{BB962C8B-B14F-4D97-AF65-F5344CB8AC3E}">
        <p14:creationId xmlns:p14="http://schemas.microsoft.com/office/powerpoint/2010/main" val="192538436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cstate="print">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9662436F-7E1C-4543-917F-2DB7AF9C0AEB}"/>
              </a:ext>
            </a:extLst>
          </p:cNvPr>
          <p:cNvSpPr>
            <a:spLocks noGrp="1"/>
          </p:cNvSpPr>
          <p:nvPr>
            <p:ph type="title" hasCustomPrompt="1"/>
          </p:nvPr>
        </p:nvSpPr>
        <p:spPr>
          <a:xfrm>
            <a:off x="623888" y="470006"/>
            <a:ext cx="7886700" cy="1512038"/>
          </a:xfrm>
        </p:spPr>
        <p:txBody>
          <a:bodyPr anchor="b"/>
          <a:lstStyle>
            <a:lvl1pPr>
              <a:defRPr sz="4500">
                <a:solidFill>
                  <a:schemeClr val="bg1"/>
                </a:solidFill>
              </a:defRPr>
            </a:lvl1pPr>
          </a:lstStyle>
          <a:p>
            <a:r>
              <a:rPr lang="en-US" dirty="0"/>
              <a:t>Title Goes Here</a:t>
            </a:r>
          </a:p>
        </p:txBody>
      </p:sp>
      <p:sp>
        <p:nvSpPr>
          <p:cNvPr id="8" name="Text Placeholder 2">
            <a:extLst>
              <a:ext uri="{FF2B5EF4-FFF2-40B4-BE49-F238E27FC236}">
                <a16:creationId xmlns:a16="http://schemas.microsoft.com/office/drawing/2014/main" id="{8707FAF2-9310-E64A-BF65-F16E6CD04232}"/>
              </a:ext>
            </a:extLst>
          </p:cNvPr>
          <p:cNvSpPr>
            <a:spLocks noGrp="1"/>
          </p:cNvSpPr>
          <p:nvPr>
            <p:ph type="body" idx="1" hasCustomPrompt="1"/>
          </p:nvPr>
        </p:nvSpPr>
        <p:spPr>
          <a:xfrm>
            <a:off x="623888" y="2002285"/>
            <a:ext cx="7886700" cy="562570"/>
          </a:xfrm>
        </p:spPr>
        <p:txBody>
          <a:bodyPr>
            <a:normAutofit/>
          </a:bodyPr>
          <a:lstStyle>
            <a:lvl1pPr marL="0" indent="0">
              <a:buNone/>
              <a:defRPr sz="1600" b="1" spc="100" baseline="0">
                <a:solidFill>
                  <a:schemeClr val="bg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dirty="0"/>
              <a:t>SUBTITLE GOES HERE</a:t>
            </a:r>
          </a:p>
        </p:txBody>
      </p:sp>
      <p:sp>
        <p:nvSpPr>
          <p:cNvPr id="9" name="Text Placeholder 2">
            <a:extLst>
              <a:ext uri="{FF2B5EF4-FFF2-40B4-BE49-F238E27FC236}">
                <a16:creationId xmlns:a16="http://schemas.microsoft.com/office/drawing/2014/main" id="{8D488C8C-1B01-554E-ACC6-8C39DB14C6A2}"/>
              </a:ext>
            </a:extLst>
          </p:cNvPr>
          <p:cNvSpPr>
            <a:spLocks noGrp="1"/>
          </p:cNvSpPr>
          <p:nvPr>
            <p:ph type="body" idx="11" hasCustomPrompt="1"/>
          </p:nvPr>
        </p:nvSpPr>
        <p:spPr>
          <a:xfrm>
            <a:off x="623888" y="4409631"/>
            <a:ext cx="7886700" cy="297332"/>
          </a:xfrm>
        </p:spPr>
        <p:txBody>
          <a:bodyPr>
            <a:normAutofit/>
          </a:bodyPr>
          <a:lstStyle>
            <a:lvl1pPr marL="0" indent="0">
              <a:buNone/>
              <a:defRPr sz="1400" b="0">
                <a:solidFill>
                  <a:srgbClr val="ECEAD1"/>
                </a:solidFill>
                <a:effectLst/>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dirty="0"/>
              <a:t>Presenter Name | Date</a:t>
            </a:r>
          </a:p>
        </p:txBody>
      </p:sp>
    </p:spTree>
    <p:extLst>
      <p:ext uri="{BB962C8B-B14F-4D97-AF65-F5344CB8AC3E}">
        <p14:creationId xmlns:p14="http://schemas.microsoft.com/office/powerpoint/2010/main" val="31969639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2">
    <p:bg>
      <p:bgPr>
        <a:blipFill dpi="0" rotWithShape="1">
          <a:blip r:embed="rId2" cstate="print">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08ED12-1E52-6C4E-9F94-C31ED28A5BD2}"/>
              </a:ext>
            </a:extLst>
          </p:cNvPr>
          <p:cNvSpPr>
            <a:spLocks noGrp="1"/>
          </p:cNvSpPr>
          <p:nvPr>
            <p:ph type="title" hasCustomPrompt="1"/>
          </p:nvPr>
        </p:nvSpPr>
        <p:spPr>
          <a:xfrm>
            <a:off x="623888" y="467360"/>
            <a:ext cx="7886700" cy="1087964"/>
          </a:xfrm>
        </p:spPr>
        <p:txBody>
          <a:bodyPr anchor="b"/>
          <a:lstStyle>
            <a:lvl1pPr algn="r">
              <a:defRPr sz="4500">
                <a:solidFill>
                  <a:schemeClr val="bg1"/>
                </a:solidFill>
              </a:defRPr>
            </a:lvl1pPr>
          </a:lstStyle>
          <a:p>
            <a:r>
              <a:rPr lang="en-US" dirty="0"/>
              <a:t>Title Goes Here</a:t>
            </a:r>
          </a:p>
        </p:txBody>
      </p:sp>
      <p:sp>
        <p:nvSpPr>
          <p:cNvPr id="3" name="Text Placeholder 2">
            <a:extLst>
              <a:ext uri="{FF2B5EF4-FFF2-40B4-BE49-F238E27FC236}">
                <a16:creationId xmlns:a16="http://schemas.microsoft.com/office/drawing/2014/main" id="{8ADF4F18-B776-DD4E-AAD8-649F4A38F1E6}"/>
              </a:ext>
            </a:extLst>
          </p:cNvPr>
          <p:cNvSpPr>
            <a:spLocks noGrp="1"/>
          </p:cNvSpPr>
          <p:nvPr>
            <p:ph type="body" idx="1" hasCustomPrompt="1"/>
          </p:nvPr>
        </p:nvSpPr>
        <p:spPr>
          <a:xfrm>
            <a:off x="623888" y="1575565"/>
            <a:ext cx="7886700" cy="562570"/>
          </a:xfrm>
        </p:spPr>
        <p:txBody>
          <a:bodyPr>
            <a:normAutofit/>
          </a:bodyPr>
          <a:lstStyle>
            <a:lvl1pPr marL="0" indent="0" algn="r">
              <a:buNone/>
              <a:defRPr sz="1600" b="1" spc="100" baseline="0">
                <a:solidFill>
                  <a:schemeClr val="bg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dirty="0"/>
              <a:t>SUBTITLE GOES HERE</a:t>
            </a:r>
          </a:p>
        </p:txBody>
      </p:sp>
      <p:sp>
        <p:nvSpPr>
          <p:cNvPr id="4" name="Text Placeholder 2">
            <a:extLst>
              <a:ext uri="{FF2B5EF4-FFF2-40B4-BE49-F238E27FC236}">
                <a16:creationId xmlns:a16="http://schemas.microsoft.com/office/drawing/2014/main" id="{8C5BBF53-4D71-3C4A-B4D0-13621C769C28}"/>
              </a:ext>
            </a:extLst>
          </p:cNvPr>
          <p:cNvSpPr>
            <a:spLocks noGrp="1"/>
          </p:cNvSpPr>
          <p:nvPr>
            <p:ph type="body" idx="11" hasCustomPrompt="1"/>
          </p:nvPr>
        </p:nvSpPr>
        <p:spPr>
          <a:xfrm>
            <a:off x="623888" y="2296351"/>
            <a:ext cx="7886700" cy="297332"/>
          </a:xfrm>
        </p:spPr>
        <p:txBody>
          <a:bodyPr>
            <a:normAutofit/>
          </a:bodyPr>
          <a:lstStyle>
            <a:lvl1pPr marL="0" indent="0" algn="r">
              <a:buNone/>
              <a:defRPr sz="1400" b="0">
                <a:solidFill>
                  <a:srgbClr val="ECEAD1"/>
                </a:solidFill>
                <a:effectLst/>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dirty="0"/>
              <a:t>Presenter Name | Date</a:t>
            </a:r>
          </a:p>
        </p:txBody>
      </p:sp>
    </p:spTree>
    <p:extLst>
      <p:ext uri="{BB962C8B-B14F-4D97-AF65-F5344CB8AC3E}">
        <p14:creationId xmlns:p14="http://schemas.microsoft.com/office/powerpoint/2010/main" val="4385333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Logo-1">
    <p:bg>
      <p:bgPr>
        <a:blipFill dpi="0" rotWithShape="1">
          <a:blip r:embed="rId2" cstate="print">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28650" y="575352"/>
            <a:ext cx="7886700" cy="692663"/>
          </a:xfrm>
        </p:spPr>
        <p:txBody>
          <a:bodyPr/>
          <a:lstStyle>
            <a:lvl1pPr>
              <a:defRPr>
                <a:solidFill>
                  <a:srgbClr val="006747"/>
                </a:solidFill>
              </a:defRPr>
            </a:lvl1pPr>
          </a:lstStyle>
          <a:p>
            <a:r>
              <a:rPr lang="en-US" dirty="0"/>
              <a:t>Header Goes Here</a:t>
            </a:r>
          </a:p>
        </p:txBody>
      </p:sp>
      <p:sp>
        <p:nvSpPr>
          <p:cNvPr id="3" name="Content Placeholder 2"/>
          <p:cNvSpPr>
            <a:spLocks noGrp="1"/>
          </p:cNvSpPr>
          <p:nvPr>
            <p:ph idx="1"/>
          </p:nvPr>
        </p:nvSpPr>
        <p:spPr/>
        <p:txBody>
          <a:bodyPr/>
          <a:lstStyle>
            <a:lvl1pPr>
              <a:defRPr>
                <a:solidFill>
                  <a:srgbClr val="466069"/>
                </a:solidFill>
              </a:defRPr>
            </a:lvl1pPr>
            <a:lvl2pPr>
              <a:defRPr>
                <a:solidFill>
                  <a:srgbClr val="466069"/>
                </a:solidFill>
              </a:defRPr>
            </a:lvl2pPr>
            <a:lvl3pPr>
              <a:defRPr>
                <a:solidFill>
                  <a:srgbClr val="466069"/>
                </a:solidFill>
              </a:defRPr>
            </a:lvl3pPr>
            <a:lvl4pPr>
              <a:defRPr>
                <a:solidFill>
                  <a:srgbClr val="466069"/>
                </a:solidFill>
              </a:defRPr>
            </a:lvl4pPr>
            <a:lvl5pPr>
              <a:defRPr>
                <a:solidFill>
                  <a:srgbClr val="466069"/>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12"/>
          </p:nvPr>
        </p:nvSpPr>
        <p:spPr/>
        <p:txBody>
          <a:bodyPr/>
          <a:lstStyle/>
          <a:p>
            <a:fld id="{0F5EC011-0DA0-DB45-996E-85C7F379AB45}" type="slidenum">
              <a:rPr lang="en-US" smtClean="0"/>
              <a:t>‹#›</a:t>
            </a:fld>
            <a:endParaRPr lang="en-US"/>
          </a:p>
        </p:txBody>
      </p:sp>
    </p:spTree>
    <p:extLst>
      <p:ext uri="{BB962C8B-B14F-4D97-AF65-F5344CB8AC3E}">
        <p14:creationId xmlns:p14="http://schemas.microsoft.com/office/powerpoint/2010/main" val="5041564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Logo-2">
    <p:bg>
      <p:bgPr>
        <a:blipFill dpi="0" rotWithShape="1">
          <a:blip r:embed="rId2" cstate="print">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solidFill>
                  <a:srgbClr val="006747"/>
                </a:solidFill>
              </a:defRPr>
            </a:lvl1pPr>
          </a:lstStyle>
          <a:p>
            <a:r>
              <a:rPr lang="en-US" dirty="0"/>
              <a:t>Header Goes Here</a:t>
            </a:r>
          </a:p>
        </p:txBody>
      </p:sp>
      <p:sp>
        <p:nvSpPr>
          <p:cNvPr id="3" name="Content Placeholder 2"/>
          <p:cNvSpPr>
            <a:spLocks noGrp="1"/>
          </p:cNvSpPr>
          <p:nvPr>
            <p:ph idx="1"/>
          </p:nvPr>
        </p:nvSpPr>
        <p:spPr/>
        <p:txBody>
          <a:bodyPr/>
          <a:lstStyle>
            <a:lvl1pPr>
              <a:defRPr>
                <a:solidFill>
                  <a:srgbClr val="466069"/>
                </a:solidFill>
              </a:defRPr>
            </a:lvl1pPr>
            <a:lvl2pPr>
              <a:defRPr>
                <a:solidFill>
                  <a:srgbClr val="466069"/>
                </a:solidFill>
              </a:defRPr>
            </a:lvl2pPr>
            <a:lvl3pPr>
              <a:defRPr>
                <a:solidFill>
                  <a:srgbClr val="466069"/>
                </a:solidFill>
              </a:defRPr>
            </a:lvl3pPr>
            <a:lvl4pPr>
              <a:defRPr>
                <a:solidFill>
                  <a:srgbClr val="466069"/>
                </a:solidFill>
              </a:defRPr>
            </a:lvl4pPr>
            <a:lvl5pPr>
              <a:defRPr>
                <a:solidFill>
                  <a:srgbClr val="466069"/>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12"/>
          </p:nvPr>
        </p:nvSpPr>
        <p:spPr/>
        <p:txBody>
          <a:bodyPr/>
          <a:lstStyle/>
          <a:p>
            <a:fld id="{0F5EC011-0DA0-DB45-996E-85C7F379AB45}" type="slidenum">
              <a:rPr lang="en-US" smtClean="0"/>
              <a:t>‹#›</a:t>
            </a:fld>
            <a:endParaRPr lang="en-US" dirty="0"/>
          </a:p>
        </p:txBody>
      </p:sp>
    </p:spTree>
    <p:extLst>
      <p:ext uri="{BB962C8B-B14F-4D97-AF65-F5344CB8AC3E}">
        <p14:creationId xmlns:p14="http://schemas.microsoft.com/office/powerpoint/2010/main" val="27537454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solidFill>
                  <a:srgbClr val="006747"/>
                </a:solidFill>
              </a:defRPr>
            </a:lvl1pPr>
          </a:lstStyle>
          <a:p>
            <a:r>
              <a:rPr lang="en-US" dirty="0"/>
              <a:t>Header Goes Here</a:t>
            </a:r>
          </a:p>
        </p:txBody>
      </p:sp>
      <p:sp>
        <p:nvSpPr>
          <p:cNvPr id="3" name="Content Placeholder 2"/>
          <p:cNvSpPr>
            <a:spLocks noGrp="1"/>
          </p:cNvSpPr>
          <p:nvPr>
            <p:ph idx="1"/>
          </p:nvPr>
        </p:nvSpPr>
        <p:spPr/>
        <p:txBody>
          <a:bodyPr/>
          <a:lstStyle>
            <a:lvl1pPr>
              <a:defRPr>
                <a:solidFill>
                  <a:srgbClr val="466069"/>
                </a:solidFill>
              </a:defRPr>
            </a:lvl1pPr>
            <a:lvl2pPr>
              <a:defRPr>
                <a:solidFill>
                  <a:srgbClr val="466069"/>
                </a:solidFill>
              </a:defRPr>
            </a:lvl2pPr>
            <a:lvl3pPr>
              <a:defRPr>
                <a:solidFill>
                  <a:srgbClr val="466069"/>
                </a:solidFill>
              </a:defRPr>
            </a:lvl3pPr>
            <a:lvl4pPr>
              <a:defRPr>
                <a:solidFill>
                  <a:srgbClr val="466069"/>
                </a:solidFill>
              </a:defRPr>
            </a:lvl4pPr>
            <a:lvl5pPr>
              <a:defRPr>
                <a:solidFill>
                  <a:srgbClr val="466069"/>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Rectangle 7">
            <a:extLst>
              <a:ext uri="{FF2B5EF4-FFF2-40B4-BE49-F238E27FC236}">
                <a16:creationId xmlns:a16="http://schemas.microsoft.com/office/drawing/2014/main" id="{ACB8BCE3-AF16-6D41-B95F-884EAC5A8EB3}"/>
              </a:ext>
            </a:extLst>
          </p:cNvPr>
          <p:cNvSpPr/>
          <p:nvPr userDrawn="1"/>
        </p:nvSpPr>
        <p:spPr>
          <a:xfrm>
            <a:off x="0" y="0"/>
            <a:ext cx="9144000" cy="139304"/>
          </a:xfrm>
          <a:prstGeom prst="rect">
            <a:avLst/>
          </a:prstGeom>
          <a:solidFill>
            <a:srgbClr val="0067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p:cNvSpPr>
            <a:spLocks noGrp="1"/>
          </p:cNvSpPr>
          <p:nvPr>
            <p:ph type="sldNum" sz="quarter" idx="12"/>
          </p:nvPr>
        </p:nvSpPr>
        <p:spPr/>
        <p:txBody>
          <a:bodyPr/>
          <a:lstStyle/>
          <a:p>
            <a:fld id="{0F5EC011-0DA0-DB45-996E-85C7F379AB45}" type="slidenum">
              <a:rPr lang="en-US" smtClean="0"/>
              <a:t>‹#›</a:t>
            </a:fld>
            <a:endParaRPr lang="en-US"/>
          </a:p>
        </p:txBody>
      </p:sp>
    </p:spTree>
    <p:extLst>
      <p:ext uri="{BB962C8B-B14F-4D97-AF65-F5344CB8AC3E}">
        <p14:creationId xmlns:p14="http://schemas.microsoft.com/office/powerpoint/2010/main" val="21801537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solidFill>
                  <a:srgbClr val="006747"/>
                </a:solidFill>
              </a:defRPr>
            </a:lvl1pPr>
          </a:lstStyle>
          <a:p>
            <a:r>
              <a:rPr lang="en-US" dirty="0"/>
              <a:t>Header Goes Here</a:t>
            </a:r>
          </a:p>
        </p:txBody>
      </p:sp>
      <p:sp>
        <p:nvSpPr>
          <p:cNvPr id="3" name="Content Placeholder 2"/>
          <p:cNvSpPr>
            <a:spLocks noGrp="1"/>
          </p:cNvSpPr>
          <p:nvPr>
            <p:ph sz="half" idx="1"/>
          </p:nvPr>
        </p:nvSpPr>
        <p:spPr>
          <a:xfrm>
            <a:off x="628650" y="1369219"/>
            <a:ext cx="3886200" cy="3263504"/>
          </a:xfrm>
        </p:spPr>
        <p:txBody>
          <a:bodyPr/>
          <a:lstStyle>
            <a:lvl1pPr>
              <a:defRPr>
                <a:solidFill>
                  <a:srgbClr val="466069"/>
                </a:solidFill>
              </a:defRPr>
            </a:lvl1pPr>
            <a:lvl2pPr>
              <a:defRPr>
                <a:solidFill>
                  <a:srgbClr val="466069"/>
                </a:solidFill>
              </a:defRPr>
            </a:lvl2pPr>
            <a:lvl3pPr>
              <a:defRPr>
                <a:solidFill>
                  <a:srgbClr val="466069"/>
                </a:solidFill>
              </a:defRPr>
            </a:lvl3pPr>
            <a:lvl4pPr>
              <a:defRPr>
                <a:solidFill>
                  <a:srgbClr val="466069"/>
                </a:solidFill>
              </a:defRPr>
            </a:lvl4pPr>
            <a:lvl5pPr>
              <a:defRPr>
                <a:solidFill>
                  <a:srgbClr val="466069"/>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29150" y="1369219"/>
            <a:ext cx="3886200" cy="3263504"/>
          </a:xfrm>
        </p:spPr>
        <p:txBody>
          <a:bodyPr/>
          <a:lstStyle>
            <a:lvl1pPr>
              <a:defRPr>
                <a:solidFill>
                  <a:srgbClr val="466069"/>
                </a:solidFill>
              </a:defRPr>
            </a:lvl1pPr>
            <a:lvl2pPr>
              <a:defRPr>
                <a:solidFill>
                  <a:srgbClr val="466069"/>
                </a:solidFill>
              </a:defRPr>
            </a:lvl2pPr>
            <a:lvl3pPr>
              <a:defRPr>
                <a:solidFill>
                  <a:srgbClr val="466069"/>
                </a:solidFill>
              </a:defRPr>
            </a:lvl3pPr>
            <a:lvl4pPr>
              <a:defRPr>
                <a:solidFill>
                  <a:srgbClr val="466069"/>
                </a:solidFill>
              </a:defRPr>
            </a:lvl4pPr>
            <a:lvl5pPr>
              <a:defRPr>
                <a:solidFill>
                  <a:srgbClr val="466069"/>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6"/>
          <p:cNvSpPr>
            <a:spLocks noGrp="1"/>
          </p:cNvSpPr>
          <p:nvPr>
            <p:ph type="sldNum" sz="quarter" idx="12"/>
          </p:nvPr>
        </p:nvSpPr>
        <p:spPr/>
        <p:txBody>
          <a:bodyPr/>
          <a:lstStyle/>
          <a:p>
            <a:fld id="{0F5EC011-0DA0-DB45-996E-85C7F379AB45}" type="slidenum">
              <a:rPr lang="en-US" smtClean="0"/>
              <a:t>‹#›</a:t>
            </a:fld>
            <a:endParaRPr lang="en-US"/>
          </a:p>
        </p:txBody>
      </p:sp>
      <p:sp>
        <p:nvSpPr>
          <p:cNvPr id="8" name="Rectangle 7">
            <a:extLst>
              <a:ext uri="{FF2B5EF4-FFF2-40B4-BE49-F238E27FC236}">
                <a16:creationId xmlns:a16="http://schemas.microsoft.com/office/drawing/2014/main" id="{58982119-F744-1E4F-96A4-52E6E6E53056}"/>
              </a:ext>
            </a:extLst>
          </p:cNvPr>
          <p:cNvSpPr/>
          <p:nvPr userDrawn="1"/>
        </p:nvSpPr>
        <p:spPr>
          <a:xfrm>
            <a:off x="0" y="0"/>
            <a:ext cx="9144000" cy="139304"/>
          </a:xfrm>
          <a:prstGeom prst="rect">
            <a:avLst/>
          </a:prstGeom>
          <a:solidFill>
            <a:srgbClr val="0067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949353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28650" y="273844"/>
            <a:ext cx="7886700" cy="994172"/>
          </a:xfrm>
        </p:spPr>
        <p:txBody>
          <a:bodyPr/>
          <a:lstStyle>
            <a:lvl1pPr>
              <a:defRPr>
                <a:solidFill>
                  <a:srgbClr val="006747"/>
                </a:solidFill>
              </a:defRPr>
            </a:lvl1pPr>
          </a:lstStyle>
          <a:p>
            <a:r>
              <a:rPr lang="en-US" dirty="0"/>
              <a:t>Header Goes Here</a:t>
            </a:r>
          </a:p>
        </p:txBody>
      </p:sp>
      <p:sp>
        <p:nvSpPr>
          <p:cNvPr id="8" name="Rectangle 7">
            <a:extLst>
              <a:ext uri="{FF2B5EF4-FFF2-40B4-BE49-F238E27FC236}">
                <a16:creationId xmlns:a16="http://schemas.microsoft.com/office/drawing/2014/main" id="{ACB8BCE3-AF16-6D41-B95F-884EAC5A8EB3}"/>
              </a:ext>
            </a:extLst>
          </p:cNvPr>
          <p:cNvSpPr/>
          <p:nvPr userDrawn="1"/>
        </p:nvSpPr>
        <p:spPr>
          <a:xfrm>
            <a:off x="1" y="0"/>
            <a:ext cx="179462" cy="5143500"/>
          </a:xfrm>
          <a:prstGeom prst="rect">
            <a:avLst/>
          </a:prstGeom>
          <a:solidFill>
            <a:srgbClr val="0067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p:cNvSpPr>
            <a:spLocks noGrp="1"/>
          </p:cNvSpPr>
          <p:nvPr>
            <p:ph type="sldNum" sz="quarter" idx="12"/>
          </p:nvPr>
        </p:nvSpPr>
        <p:spPr/>
        <p:txBody>
          <a:bodyPr/>
          <a:lstStyle/>
          <a:p>
            <a:fld id="{0F5EC011-0DA0-DB45-996E-85C7F379AB45}" type="slidenum">
              <a:rPr lang="en-US" smtClean="0"/>
              <a:t>‹#›</a:t>
            </a:fld>
            <a:endParaRPr lang="en-US"/>
          </a:p>
        </p:txBody>
      </p:sp>
      <p:sp>
        <p:nvSpPr>
          <p:cNvPr id="7" name="Content Placeholder 3">
            <a:extLst>
              <a:ext uri="{FF2B5EF4-FFF2-40B4-BE49-F238E27FC236}">
                <a16:creationId xmlns:a16="http://schemas.microsoft.com/office/drawing/2014/main" id="{5BB23591-16BE-954D-B59B-91BFDA6632C9}"/>
              </a:ext>
            </a:extLst>
          </p:cNvPr>
          <p:cNvSpPr>
            <a:spLocks noGrp="1"/>
          </p:cNvSpPr>
          <p:nvPr>
            <p:ph sz="half" idx="2"/>
          </p:nvPr>
        </p:nvSpPr>
        <p:spPr>
          <a:xfrm>
            <a:off x="4629150" y="1369219"/>
            <a:ext cx="3886200" cy="3263504"/>
          </a:xfrm>
        </p:spPr>
        <p:txBody>
          <a:bodyPr/>
          <a:lstStyle>
            <a:lvl1pPr>
              <a:defRPr>
                <a:solidFill>
                  <a:srgbClr val="466069"/>
                </a:solidFill>
              </a:defRPr>
            </a:lvl1pPr>
            <a:lvl2pPr>
              <a:defRPr>
                <a:solidFill>
                  <a:srgbClr val="466069"/>
                </a:solidFill>
              </a:defRPr>
            </a:lvl2pPr>
            <a:lvl3pPr>
              <a:defRPr>
                <a:solidFill>
                  <a:srgbClr val="466069"/>
                </a:solidFill>
              </a:defRPr>
            </a:lvl3pPr>
            <a:lvl4pPr>
              <a:defRPr>
                <a:solidFill>
                  <a:srgbClr val="466069"/>
                </a:solidFill>
              </a:defRPr>
            </a:lvl4pPr>
            <a:lvl5pPr>
              <a:defRPr>
                <a:solidFill>
                  <a:srgbClr val="466069"/>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Picture Placeholder 4">
            <a:extLst>
              <a:ext uri="{FF2B5EF4-FFF2-40B4-BE49-F238E27FC236}">
                <a16:creationId xmlns:a16="http://schemas.microsoft.com/office/drawing/2014/main" id="{BE2CF947-D569-5840-90FE-2AE8871A80C0}"/>
              </a:ext>
            </a:extLst>
          </p:cNvPr>
          <p:cNvSpPr>
            <a:spLocks noGrp="1"/>
          </p:cNvSpPr>
          <p:nvPr>
            <p:ph type="pic" sz="quarter" idx="13"/>
          </p:nvPr>
        </p:nvSpPr>
        <p:spPr>
          <a:xfrm>
            <a:off x="628650" y="1369219"/>
            <a:ext cx="3874984" cy="3263504"/>
          </a:xfrm>
        </p:spPr>
        <p:txBody>
          <a:bodyPr/>
          <a:lstStyle/>
          <a:p>
            <a:endParaRPr lang="en-US"/>
          </a:p>
        </p:txBody>
      </p:sp>
    </p:spTree>
    <p:extLst>
      <p:ext uri="{BB962C8B-B14F-4D97-AF65-F5344CB8AC3E}">
        <p14:creationId xmlns:p14="http://schemas.microsoft.com/office/powerpoint/2010/main" val="1838119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Two Content-3">
    <p:bg>
      <p:bgPr>
        <a:solidFill>
          <a:srgbClr val="ECEAD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solidFill>
                  <a:srgbClr val="006747"/>
                </a:solidFill>
              </a:defRPr>
            </a:lvl1pPr>
          </a:lstStyle>
          <a:p>
            <a:r>
              <a:rPr lang="en-US" dirty="0"/>
              <a:t>Header Goes Here</a:t>
            </a:r>
          </a:p>
        </p:txBody>
      </p:sp>
      <p:sp>
        <p:nvSpPr>
          <p:cNvPr id="3" name="Content Placeholder 2"/>
          <p:cNvSpPr>
            <a:spLocks noGrp="1"/>
          </p:cNvSpPr>
          <p:nvPr>
            <p:ph sz="half" idx="1"/>
          </p:nvPr>
        </p:nvSpPr>
        <p:spPr>
          <a:xfrm>
            <a:off x="628650" y="1369219"/>
            <a:ext cx="3886200" cy="3263504"/>
          </a:xfrm>
        </p:spPr>
        <p:txBody>
          <a:bodyPr/>
          <a:lstStyle>
            <a:lvl1pPr>
              <a:defRPr>
                <a:solidFill>
                  <a:srgbClr val="466069"/>
                </a:solidFill>
              </a:defRPr>
            </a:lvl1pPr>
            <a:lvl2pPr>
              <a:defRPr>
                <a:solidFill>
                  <a:srgbClr val="466069"/>
                </a:solidFill>
              </a:defRPr>
            </a:lvl2pPr>
            <a:lvl3pPr>
              <a:defRPr>
                <a:solidFill>
                  <a:srgbClr val="466069"/>
                </a:solidFill>
              </a:defRPr>
            </a:lvl3pPr>
            <a:lvl4pPr>
              <a:defRPr>
                <a:solidFill>
                  <a:srgbClr val="466069"/>
                </a:solidFill>
              </a:defRPr>
            </a:lvl4pPr>
            <a:lvl5pPr>
              <a:defRPr>
                <a:solidFill>
                  <a:srgbClr val="466069"/>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29150" y="1369219"/>
            <a:ext cx="3886200" cy="3263504"/>
          </a:xfrm>
        </p:spPr>
        <p:txBody>
          <a:bodyPr/>
          <a:lstStyle>
            <a:lvl1pPr>
              <a:defRPr>
                <a:solidFill>
                  <a:srgbClr val="466069"/>
                </a:solidFill>
              </a:defRPr>
            </a:lvl1pPr>
            <a:lvl2pPr>
              <a:defRPr>
                <a:solidFill>
                  <a:srgbClr val="466069"/>
                </a:solidFill>
              </a:defRPr>
            </a:lvl2pPr>
            <a:lvl3pPr>
              <a:defRPr>
                <a:solidFill>
                  <a:srgbClr val="466069"/>
                </a:solidFill>
              </a:defRPr>
            </a:lvl3pPr>
            <a:lvl4pPr>
              <a:defRPr>
                <a:solidFill>
                  <a:srgbClr val="466069"/>
                </a:solidFill>
              </a:defRPr>
            </a:lvl4pPr>
            <a:lvl5pPr>
              <a:defRPr>
                <a:solidFill>
                  <a:srgbClr val="466069"/>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6"/>
          <p:cNvSpPr>
            <a:spLocks noGrp="1"/>
          </p:cNvSpPr>
          <p:nvPr>
            <p:ph type="sldNum" sz="quarter" idx="12"/>
          </p:nvPr>
        </p:nvSpPr>
        <p:spPr/>
        <p:txBody>
          <a:bodyPr/>
          <a:lstStyle/>
          <a:p>
            <a:fld id="{0F5EC011-0DA0-DB45-996E-85C7F379AB45}" type="slidenum">
              <a:rPr lang="en-US" smtClean="0"/>
              <a:t>‹#›</a:t>
            </a:fld>
            <a:endParaRPr lang="en-US"/>
          </a:p>
        </p:txBody>
      </p:sp>
      <p:sp>
        <p:nvSpPr>
          <p:cNvPr id="8" name="Rectangle 7">
            <a:extLst>
              <a:ext uri="{FF2B5EF4-FFF2-40B4-BE49-F238E27FC236}">
                <a16:creationId xmlns:a16="http://schemas.microsoft.com/office/drawing/2014/main" id="{58982119-F744-1E4F-96A4-52E6E6E53056}"/>
              </a:ext>
            </a:extLst>
          </p:cNvPr>
          <p:cNvSpPr/>
          <p:nvPr userDrawn="1"/>
        </p:nvSpPr>
        <p:spPr>
          <a:xfrm>
            <a:off x="0" y="0"/>
            <a:ext cx="9144000" cy="139304"/>
          </a:xfrm>
          <a:prstGeom prst="rect">
            <a:avLst/>
          </a:prstGeom>
          <a:solidFill>
            <a:srgbClr val="0067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114820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29841" y="273844"/>
            <a:ext cx="7886700" cy="994172"/>
          </a:xfrm>
        </p:spPr>
        <p:txBody>
          <a:bodyPr/>
          <a:lstStyle>
            <a:lvl1pPr>
              <a:defRPr>
                <a:solidFill>
                  <a:srgbClr val="006747"/>
                </a:solidFill>
              </a:defRPr>
            </a:lvl1pPr>
          </a:lstStyle>
          <a:p>
            <a:r>
              <a:rPr lang="en-US" dirty="0"/>
              <a:t>Header Goes Here</a:t>
            </a:r>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solidFill>
                  <a:srgbClr val="006747"/>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endParaRPr lang="en-US" dirty="0"/>
          </a:p>
        </p:txBody>
      </p:sp>
      <p:sp>
        <p:nvSpPr>
          <p:cNvPr id="4" name="Content Placeholder 3"/>
          <p:cNvSpPr>
            <a:spLocks noGrp="1"/>
          </p:cNvSpPr>
          <p:nvPr>
            <p:ph sz="half" idx="2"/>
          </p:nvPr>
        </p:nvSpPr>
        <p:spPr>
          <a:xfrm>
            <a:off x="629842" y="1878806"/>
            <a:ext cx="3868340" cy="2763441"/>
          </a:xfrm>
        </p:spPr>
        <p:txBody>
          <a:bodyPr/>
          <a:lstStyle>
            <a:lvl1pPr>
              <a:defRPr>
                <a:solidFill>
                  <a:srgbClr val="466069"/>
                </a:solidFill>
              </a:defRPr>
            </a:lvl1pPr>
            <a:lvl2pPr>
              <a:defRPr>
                <a:solidFill>
                  <a:srgbClr val="466069"/>
                </a:solidFill>
              </a:defRPr>
            </a:lvl2pPr>
            <a:lvl3pPr>
              <a:defRPr>
                <a:solidFill>
                  <a:srgbClr val="466069"/>
                </a:solidFill>
              </a:defRPr>
            </a:lvl3pPr>
            <a:lvl4pPr>
              <a:defRPr>
                <a:solidFill>
                  <a:srgbClr val="466069"/>
                </a:solidFill>
              </a:defRPr>
            </a:lvl4pPr>
            <a:lvl5pPr>
              <a:defRPr>
                <a:solidFill>
                  <a:srgbClr val="466069"/>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800" b="1">
                <a:solidFill>
                  <a:srgbClr val="006747"/>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endParaRPr lang="en-US" dirty="0"/>
          </a:p>
        </p:txBody>
      </p:sp>
      <p:sp>
        <p:nvSpPr>
          <p:cNvPr id="6" name="Content Placeholder 5"/>
          <p:cNvSpPr>
            <a:spLocks noGrp="1"/>
          </p:cNvSpPr>
          <p:nvPr>
            <p:ph sz="quarter" idx="4"/>
          </p:nvPr>
        </p:nvSpPr>
        <p:spPr>
          <a:xfrm>
            <a:off x="4629150" y="1878806"/>
            <a:ext cx="3887391" cy="2763441"/>
          </a:xfrm>
        </p:spPr>
        <p:txBody>
          <a:bodyPr/>
          <a:lstStyle>
            <a:lvl1pPr>
              <a:defRPr>
                <a:solidFill>
                  <a:srgbClr val="466069"/>
                </a:solidFill>
              </a:defRPr>
            </a:lvl1pPr>
            <a:lvl2pPr>
              <a:defRPr>
                <a:solidFill>
                  <a:srgbClr val="466069"/>
                </a:solidFill>
              </a:defRPr>
            </a:lvl2pPr>
            <a:lvl3pPr>
              <a:defRPr>
                <a:solidFill>
                  <a:srgbClr val="466069"/>
                </a:solidFill>
              </a:defRPr>
            </a:lvl3pPr>
            <a:lvl4pPr>
              <a:defRPr>
                <a:solidFill>
                  <a:srgbClr val="466069"/>
                </a:solidFill>
              </a:defRPr>
            </a:lvl4pPr>
            <a:lvl5pPr>
              <a:defRPr>
                <a:solidFill>
                  <a:srgbClr val="466069"/>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lide Number Placeholder 8"/>
          <p:cNvSpPr>
            <a:spLocks noGrp="1"/>
          </p:cNvSpPr>
          <p:nvPr>
            <p:ph type="sldNum" sz="quarter" idx="12"/>
          </p:nvPr>
        </p:nvSpPr>
        <p:spPr/>
        <p:txBody>
          <a:bodyPr/>
          <a:lstStyle/>
          <a:p>
            <a:fld id="{0F5EC011-0DA0-DB45-996E-85C7F379AB45}" type="slidenum">
              <a:rPr lang="en-US" smtClean="0"/>
              <a:t>‹#›</a:t>
            </a:fld>
            <a:endParaRPr lang="en-US" dirty="0"/>
          </a:p>
        </p:txBody>
      </p:sp>
      <p:sp>
        <p:nvSpPr>
          <p:cNvPr id="10" name="Rectangle 9">
            <a:extLst>
              <a:ext uri="{FF2B5EF4-FFF2-40B4-BE49-F238E27FC236}">
                <a16:creationId xmlns:a16="http://schemas.microsoft.com/office/drawing/2014/main" id="{DEE8CF8B-D494-CC47-8E2D-52DC8E8EF28F}"/>
              </a:ext>
            </a:extLst>
          </p:cNvPr>
          <p:cNvSpPr/>
          <p:nvPr userDrawn="1"/>
        </p:nvSpPr>
        <p:spPr>
          <a:xfrm>
            <a:off x="0" y="0"/>
            <a:ext cx="9144000" cy="139304"/>
          </a:xfrm>
          <a:prstGeom prst="rect">
            <a:avLst/>
          </a:prstGeom>
          <a:solidFill>
            <a:srgbClr val="0067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429119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Section Header-Green">
    <p:bg>
      <p:bgPr>
        <a:solidFill>
          <a:srgbClr val="006747"/>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28650" y="2011204"/>
            <a:ext cx="7886700" cy="994172"/>
          </a:xfrm>
        </p:spPr>
        <p:txBody>
          <a:bodyPr/>
          <a:lstStyle>
            <a:lvl1pPr algn="ctr">
              <a:defRPr>
                <a:solidFill>
                  <a:schemeClr val="bg1"/>
                </a:solidFill>
              </a:defRPr>
            </a:lvl1pPr>
          </a:lstStyle>
          <a:p>
            <a:r>
              <a:rPr lang="en-US" dirty="0"/>
              <a:t>Simple Break Section</a:t>
            </a:r>
          </a:p>
        </p:txBody>
      </p:sp>
    </p:spTree>
    <p:extLst>
      <p:ext uri="{BB962C8B-B14F-4D97-AF65-F5344CB8AC3E}">
        <p14:creationId xmlns:p14="http://schemas.microsoft.com/office/powerpoint/2010/main" val="1663764291"/>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Section Header-Gray">
    <p:bg>
      <p:bgPr>
        <a:solidFill>
          <a:srgbClr val="7E96A0"/>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28650" y="2011204"/>
            <a:ext cx="7886700" cy="994172"/>
          </a:xfrm>
        </p:spPr>
        <p:txBody>
          <a:bodyPr/>
          <a:lstStyle>
            <a:lvl1pPr algn="ctr">
              <a:defRPr>
                <a:solidFill>
                  <a:schemeClr val="bg1"/>
                </a:solidFill>
              </a:defRPr>
            </a:lvl1pPr>
          </a:lstStyle>
          <a:p>
            <a:r>
              <a:rPr lang="en-US" dirty="0"/>
              <a:t>Simple Break Section</a:t>
            </a:r>
          </a:p>
        </p:txBody>
      </p:sp>
    </p:spTree>
    <p:extLst>
      <p:ext uri="{BB962C8B-B14F-4D97-AF65-F5344CB8AC3E}">
        <p14:creationId xmlns:p14="http://schemas.microsoft.com/office/powerpoint/2010/main" val="2990483581"/>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ection Header-Photo">
    <p:bg>
      <p:bgPr>
        <a:blipFill dpi="0" rotWithShape="1">
          <a:blip r:embed="rId2" cstate="print">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8A3B7135-3D78-0E4B-9C26-9E7303734618}"/>
              </a:ext>
            </a:extLst>
          </p:cNvPr>
          <p:cNvSpPr/>
          <p:nvPr userDrawn="1"/>
        </p:nvSpPr>
        <p:spPr>
          <a:xfrm>
            <a:off x="182880" y="219456"/>
            <a:ext cx="8750808" cy="4754880"/>
          </a:xfrm>
          <a:prstGeom prst="rect">
            <a:avLst/>
          </a:prstGeom>
          <a:solidFill>
            <a:srgbClr val="006747">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noFill/>
              </a:ln>
            </a:endParaRPr>
          </a:p>
        </p:txBody>
      </p:sp>
      <p:sp>
        <p:nvSpPr>
          <p:cNvPr id="5" name="Title 1">
            <a:extLst>
              <a:ext uri="{FF2B5EF4-FFF2-40B4-BE49-F238E27FC236}">
                <a16:creationId xmlns:a16="http://schemas.microsoft.com/office/drawing/2014/main" id="{252DF257-01E2-CC4F-84E8-92951174BDE6}"/>
              </a:ext>
            </a:extLst>
          </p:cNvPr>
          <p:cNvSpPr>
            <a:spLocks noGrp="1"/>
          </p:cNvSpPr>
          <p:nvPr>
            <p:ph type="title" hasCustomPrompt="1"/>
          </p:nvPr>
        </p:nvSpPr>
        <p:spPr>
          <a:xfrm>
            <a:off x="628650" y="2011204"/>
            <a:ext cx="7886700" cy="994172"/>
          </a:xfrm>
        </p:spPr>
        <p:txBody>
          <a:bodyPr/>
          <a:lstStyle>
            <a:lvl1pPr algn="ctr">
              <a:defRPr>
                <a:solidFill>
                  <a:schemeClr val="bg1"/>
                </a:solidFill>
              </a:defRPr>
            </a:lvl1pPr>
          </a:lstStyle>
          <a:p>
            <a:r>
              <a:rPr lang="en-US" dirty="0"/>
              <a:t>Simple Break Section</a:t>
            </a:r>
          </a:p>
        </p:txBody>
      </p:sp>
    </p:spTree>
    <p:extLst>
      <p:ext uri="{BB962C8B-B14F-4D97-AF65-F5344CB8AC3E}">
        <p14:creationId xmlns:p14="http://schemas.microsoft.com/office/powerpoint/2010/main" val="154815666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ection Header-Photo-2">
    <p:bg>
      <p:bgPr>
        <a:solidFill>
          <a:srgbClr val="006747"/>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28650" y="2011203"/>
            <a:ext cx="3145064" cy="2734967"/>
          </a:xfrm>
        </p:spPr>
        <p:txBody>
          <a:bodyPr anchor="t"/>
          <a:lstStyle>
            <a:lvl1pPr algn="l">
              <a:defRPr>
                <a:solidFill>
                  <a:schemeClr val="bg1"/>
                </a:solidFill>
              </a:defRPr>
            </a:lvl1pPr>
          </a:lstStyle>
          <a:p>
            <a:r>
              <a:rPr lang="en-US" dirty="0"/>
              <a:t>Simple Break Section</a:t>
            </a:r>
          </a:p>
        </p:txBody>
      </p:sp>
      <p:sp>
        <p:nvSpPr>
          <p:cNvPr id="7" name="Picture Placeholder 2">
            <a:extLst>
              <a:ext uri="{FF2B5EF4-FFF2-40B4-BE49-F238E27FC236}">
                <a16:creationId xmlns:a16="http://schemas.microsoft.com/office/drawing/2014/main" id="{5D0E8F77-71F3-F946-9D23-CC819E7051D6}"/>
              </a:ext>
            </a:extLst>
          </p:cNvPr>
          <p:cNvSpPr>
            <a:spLocks noGrp="1" noChangeAspect="1"/>
          </p:cNvSpPr>
          <p:nvPr>
            <p:ph type="pic" idx="1"/>
          </p:nvPr>
        </p:nvSpPr>
        <p:spPr>
          <a:xfrm>
            <a:off x="4572000" y="0"/>
            <a:ext cx="4572000" cy="5143500"/>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dirty="0"/>
              <a:t>Click icon to add picture</a:t>
            </a:r>
          </a:p>
        </p:txBody>
      </p:sp>
    </p:spTree>
    <p:extLst>
      <p:ext uri="{BB962C8B-B14F-4D97-AF65-F5344CB8AC3E}">
        <p14:creationId xmlns:p14="http://schemas.microsoft.com/office/powerpoint/2010/main" val="83088370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288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385F8F3-4D20-5E43-8EB9-992296EA04A9}"/>
              </a:ext>
            </a:extLst>
          </p:cNvPr>
          <p:cNvSpPr/>
          <p:nvPr userDrawn="1"/>
        </p:nvSpPr>
        <p:spPr>
          <a:xfrm>
            <a:off x="0" y="-34017"/>
            <a:ext cx="3887391" cy="5204389"/>
          </a:xfrm>
          <a:prstGeom prst="rect">
            <a:avLst/>
          </a:prstGeom>
          <a:solidFill>
            <a:srgbClr val="0067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629841" y="342900"/>
            <a:ext cx="2949178" cy="1200150"/>
          </a:xfrm>
        </p:spPr>
        <p:txBody>
          <a:bodyPr anchor="b"/>
          <a:lstStyle>
            <a:lvl1pPr>
              <a:defRPr sz="2400">
                <a:solidFill>
                  <a:schemeClr val="bg1"/>
                </a:solidFill>
              </a:defRPr>
            </a:lvl1pPr>
          </a:lstStyle>
          <a:p>
            <a:r>
              <a:rPr lang="en-US" dirty="0"/>
              <a:t>Header Goes Here</a:t>
            </a:r>
          </a:p>
        </p:txBody>
      </p:sp>
      <p:sp>
        <p:nvSpPr>
          <p:cNvPr id="3" name="Content Placeholder 2"/>
          <p:cNvSpPr>
            <a:spLocks noGrp="1"/>
          </p:cNvSpPr>
          <p:nvPr>
            <p:ph idx="1"/>
          </p:nvPr>
        </p:nvSpPr>
        <p:spPr>
          <a:xfrm>
            <a:off x="4144709" y="740569"/>
            <a:ext cx="4371831" cy="3655219"/>
          </a:xfrm>
        </p:spPr>
        <p:txBody>
          <a:bodyPr/>
          <a:lstStyle>
            <a:lvl1pPr>
              <a:defRPr sz="2400">
                <a:solidFill>
                  <a:srgbClr val="006747"/>
                </a:solidFill>
              </a:defRPr>
            </a:lvl1pPr>
            <a:lvl2pPr>
              <a:defRPr sz="2100">
                <a:solidFill>
                  <a:srgbClr val="006747"/>
                </a:solidFill>
              </a:defRPr>
            </a:lvl2pPr>
            <a:lvl3pPr>
              <a:defRPr sz="1800">
                <a:solidFill>
                  <a:srgbClr val="006747"/>
                </a:solidFill>
              </a:defRPr>
            </a:lvl3pPr>
            <a:lvl4pPr>
              <a:defRPr sz="1500">
                <a:solidFill>
                  <a:srgbClr val="006747"/>
                </a:solidFill>
              </a:defRPr>
            </a:lvl4pPr>
            <a:lvl5pPr>
              <a:defRPr sz="1500">
                <a:solidFill>
                  <a:srgbClr val="006747"/>
                </a:solidFill>
              </a:defRPr>
            </a:lvl5pPr>
            <a:lvl6pPr>
              <a:defRPr sz="1500"/>
            </a:lvl6pPr>
            <a:lvl7pPr>
              <a:defRPr sz="1500"/>
            </a:lvl7pPr>
            <a:lvl8pPr>
              <a:defRPr sz="1500"/>
            </a:lvl8pPr>
            <a:lvl9pPr>
              <a:defRPr sz="150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solidFill>
                  <a:schemeClr val="bg1"/>
                </a:soli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endParaRPr lang="en-US" dirty="0"/>
          </a:p>
        </p:txBody>
      </p:sp>
      <p:sp>
        <p:nvSpPr>
          <p:cNvPr id="7" name="Slide Number Placeholder 6"/>
          <p:cNvSpPr>
            <a:spLocks noGrp="1"/>
          </p:cNvSpPr>
          <p:nvPr>
            <p:ph type="sldNum" sz="quarter" idx="12"/>
          </p:nvPr>
        </p:nvSpPr>
        <p:spPr/>
        <p:txBody>
          <a:bodyPr/>
          <a:lstStyle/>
          <a:p>
            <a:fld id="{0F5EC011-0DA0-DB45-996E-85C7F379AB45}" type="slidenum">
              <a:rPr lang="en-US" smtClean="0"/>
              <a:t>‹#›</a:t>
            </a:fld>
            <a:endParaRPr lang="en-US"/>
          </a:p>
        </p:txBody>
      </p:sp>
    </p:spTree>
    <p:extLst>
      <p:ext uri="{BB962C8B-B14F-4D97-AF65-F5344CB8AC3E}">
        <p14:creationId xmlns:p14="http://schemas.microsoft.com/office/powerpoint/2010/main" val="289620790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385F8F3-4D20-5E43-8EB9-992296EA04A9}"/>
              </a:ext>
            </a:extLst>
          </p:cNvPr>
          <p:cNvSpPr/>
          <p:nvPr userDrawn="1"/>
        </p:nvSpPr>
        <p:spPr>
          <a:xfrm>
            <a:off x="0" y="-34016"/>
            <a:ext cx="9144000" cy="2191590"/>
          </a:xfrm>
          <a:prstGeom prst="rect">
            <a:avLst/>
          </a:prstGeom>
          <a:solidFill>
            <a:srgbClr val="0067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629840" y="342900"/>
            <a:ext cx="3099679" cy="1200150"/>
          </a:xfrm>
        </p:spPr>
        <p:txBody>
          <a:bodyPr anchor="b"/>
          <a:lstStyle>
            <a:lvl1pPr>
              <a:defRPr sz="2400">
                <a:solidFill>
                  <a:schemeClr val="bg1"/>
                </a:solidFill>
              </a:defRPr>
            </a:lvl1pPr>
          </a:lstStyle>
          <a:p>
            <a:r>
              <a:rPr lang="en-US" dirty="0"/>
              <a:t>Header Goes Here</a:t>
            </a:r>
          </a:p>
        </p:txBody>
      </p:sp>
      <p:sp>
        <p:nvSpPr>
          <p:cNvPr id="4" name="Text Placeholder 3"/>
          <p:cNvSpPr>
            <a:spLocks noGrp="1"/>
          </p:cNvSpPr>
          <p:nvPr>
            <p:ph type="body" sz="half" idx="2"/>
          </p:nvPr>
        </p:nvSpPr>
        <p:spPr>
          <a:xfrm>
            <a:off x="629841" y="2383604"/>
            <a:ext cx="4034626" cy="2208944"/>
          </a:xfrm>
        </p:spPr>
        <p:txBody>
          <a:bodyPr>
            <a:normAutofit/>
          </a:bodyPr>
          <a:lstStyle>
            <a:lvl1pPr marL="0" indent="0">
              <a:buNone/>
              <a:defRPr sz="1800">
                <a:solidFill>
                  <a:srgbClr val="466069"/>
                </a:soli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endParaRPr lang="en-US" dirty="0"/>
          </a:p>
        </p:txBody>
      </p:sp>
      <p:sp>
        <p:nvSpPr>
          <p:cNvPr id="7" name="Slide Number Placeholder 6"/>
          <p:cNvSpPr>
            <a:spLocks noGrp="1"/>
          </p:cNvSpPr>
          <p:nvPr>
            <p:ph type="sldNum" sz="quarter" idx="12"/>
          </p:nvPr>
        </p:nvSpPr>
        <p:spPr/>
        <p:txBody>
          <a:bodyPr/>
          <a:lstStyle/>
          <a:p>
            <a:fld id="{0F5EC011-0DA0-DB45-996E-85C7F379AB45}" type="slidenum">
              <a:rPr lang="en-US" smtClean="0"/>
              <a:t>‹#›</a:t>
            </a:fld>
            <a:endParaRPr lang="en-US"/>
          </a:p>
        </p:txBody>
      </p:sp>
      <p:sp>
        <p:nvSpPr>
          <p:cNvPr id="9" name="Picture Placeholder 5">
            <a:extLst>
              <a:ext uri="{FF2B5EF4-FFF2-40B4-BE49-F238E27FC236}">
                <a16:creationId xmlns:a16="http://schemas.microsoft.com/office/drawing/2014/main" id="{C83AE0ED-DAFE-6347-ACD6-B8BA2CC2DB67}"/>
              </a:ext>
            </a:extLst>
          </p:cNvPr>
          <p:cNvSpPr>
            <a:spLocks noGrp="1"/>
          </p:cNvSpPr>
          <p:nvPr>
            <p:ph type="pic" sz="quarter" idx="13"/>
          </p:nvPr>
        </p:nvSpPr>
        <p:spPr>
          <a:xfrm>
            <a:off x="5033963" y="-33338"/>
            <a:ext cx="3606800" cy="3732213"/>
          </a:xfrm>
        </p:spPr>
        <p:txBody>
          <a:bodyPr/>
          <a:lstStyle/>
          <a:p>
            <a:endParaRPr lang="en-US"/>
          </a:p>
        </p:txBody>
      </p:sp>
      <p:sp>
        <p:nvSpPr>
          <p:cNvPr id="10" name="Text Placeholder 3">
            <a:extLst>
              <a:ext uri="{FF2B5EF4-FFF2-40B4-BE49-F238E27FC236}">
                <a16:creationId xmlns:a16="http://schemas.microsoft.com/office/drawing/2014/main" id="{B51888F3-4D41-1847-B79F-091A153FEBA7}"/>
              </a:ext>
            </a:extLst>
          </p:cNvPr>
          <p:cNvSpPr>
            <a:spLocks noGrp="1"/>
          </p:cNvSpPr>
          <p:nvPr>
            <p:ph type="body" sz="half" idx="14"/>
          </p:nvPr>
        </p:nvSpPr>
        <p:spPr>
          <a:xfrm>
            <a:off x="5033963" y="3871644"/>
            <a:ext cx="3606800" cy="453776"/>
          </a:xfrm>
        </p:spPr>
        <p:txBody>
          <a:bodyPr/>
          <a:lstStyle>
            <a:lvl1pPr marL="0" indent="0" algn="ctr">
              <a:buNone/>
              <a:defRPr sz="1200">
                <a:solidFill>
                  <a:srgbClr val="466069"/>
                </a:soli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endParaRPr lang="en-US" dirty="0"/>
          </a:p>
        </p:txBody>
      </p:sp>
    </p:spTree>
    <p:extLst>
      <p:ext uri="{BB962C8B-B14F-4D97-AF65-F5344CB8AC3E}">
        <p14:creationId xmlns:p14="http://schemas.microsoft.com/office/powerpoint/2010/main" val="103760256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29841" y="342900"/>
            <a:ext cx="2949178" cy="1200150"/>
          </a:xfrm>
        </p:spPr>
        <p:txBody>
          <a:bodyPr anchor="b"/>
          <a:lstStyle>
            <a:lvl1pPr>
              <a:defRPr sz="2400">
                <a:solidFill>
                  <a:srgbClr val="006747"/>
                </a:solidFill>
              </a:defRPr>
            </a:lvl1pPr>
          </a:lstStyle>
          <a:p>
            <a:r>
              <a:rPr lang="en-US" dirty="0"/>
              <a:t>Header Goes Here</a:t>
            </a:r>
          </a:p>
        </p:txBody>
      </p:sp>
      <p:sp>
        <p:nvSpPr>
          <p:cNvPr id="3" name="Picture Placeholder 2"/>
          <p:cNvSpPr>
            <a:spLocks noGrp="1" noChangeAspect="1"/>
          </p:cNvSpPr>
          <p:nvPr>
            <p:ph type="pic" idx="1"/>
          </p:nvPr>
        </p:nvSpPr>
        <p:spPr>
          <a:xfrm>
            <a:off x="3887391" y="740569"/>
            <a:ext cx="4629150" cy="365521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dirty="0"/>
              <a:t>Click icon to add picture</a:t>
            </a:r>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solidFill>
                  <a:srgbClr val="466069"/>
                </a:soli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endParaRPr lang="en-US" dirty="0"/>
          </a:p>
        </p:txBody>
      </p:sp>
      <p:sp>
        <p:nvSpPr>
          <p:cNvPr id="7" name="Slide Number Placeholder 6"/>
          <p:cNvSpPr>
            <a:spLocks noGrp="1"/>
          </p:cNvSpPr>
          <p:nvPr>
            <p:ph type="sldNum" sz="quarter" idx="12"/>
          </p:nvPr>
        </p:nvSpPr>
        <p:spPr/>
        <p:txBody>
          <a:bodyPr/>
          <a:lstStyle/>
          <a:p>
            <a:fld id="{0F5EC011-0DA0-DB45-996E-85C7F379AB45}" type="slidenum">
              <a:rPr lang="en-US" smtClean="0"/>
              <a:t>‹#›</a:t>
            </a:fld>
            <a:endParaRPr lang="en-US"/>
          </a:p>
        </p:txBody>
      </p:sp>
      <p:sp>
        <p:nvSpPr>
          <p:cNvPr id="8" name="Rectangle 7">
            <a:extLst>
              <a:ext uri="{FF2B5EF4-FFF2-40B4-BE49-F238E27FC236}">
                <a16:creationId xmlns:a16="http://schemas.microsoft.com/office/drawing/2014/main" id="{89BF4C2C-1ED6-0F47-810A-EE823A1E98D4}"/>
              </a:ext>
            </a:extLst>
          </p:cNvPr>
          <p:cNvSpPr/>
          <p:nvPr userDrawn="1"/>
        </p:nvSpPr>
        <p:spPr>
          <a:xfrm>
            <a:off x="0" y="0"/>
            <a:ext cx="9144000" cy="139304"/>
          </a:xfrm>
          <a:prstGeom prst="rect">
            <a:avLst/>
          </a:prstGeom>
          <a:solidFill>
            <a:srgbClr val="0067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0857849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hart-logo">
    <p:bg>
      <p:bgPr>
        <a:blipFill dpi="0" rotWithShape="1">
          <a:blip r:embed="rId2" cstate="print">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566172" y="740569"/>
            <a:ext cx="2949178" cy="802480"/>
          </a:xfrm>
        </p:spPr>
        <p:txBody>
          <a:bodyPr anchor="b"/>
          <a:lstStyle>
            <a:lvl1pPr>
              <a:defRPr sz="2400">
                <a:solidFill>
                  <a:srgbClr val="006747"/>
                </a:solidFill>
              </a:defRPr>
            </a:lvl1pPr>
          </a:lstStyle>
          <a:p>
            <a:r>
              <a:rPr lang="en-US" dirty="0"/>
              <a:t>Header Goes Here</a:t>
            </a:r>
          </a:p>
        </p:txBody>
      </p:sp>
      <p:sp>
        <p:nvSpPr>
          <p:cNvPr id="4" name="Text Placeholder 3"/>
          <p:cNvSpPr>
            <a:spLocks noGrp="1"/>
          </p:cNvSpPr>
          <p:nvPr>
            <p:ph type="body" sz="half" idx="2"/>
          </p:nvPr>
        </p:nvSpPr>
        <p:spPr>
          <a:xfrm>
            <a:off x="5566172" y="1543050"/>
            <a:ext cx="2949178" cy="2858691"/>
          </a:xfrm>
        </p:spPr>
        <p:txBody>
          <a:bodyPr/>
          <a:lstStyle>
            <a:lvl1pPr marL="0" indent="0">
              <a:buNone/>
              <a:defRPr sz="1200">
                <a:solidFill>
                  <a:srgbClr val="466069"/>
                </a:soli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endParaRPr lang="en-US" dirty="0"/>
          </a:p>
        </p:txBody>
      </p:sp>
      <p:sp>
        <p:nvSpPr>
          <p:cNvPr id="7" name="Slide Number Placeholder 6"/>
          <p:cNvSpPr>
            <a:spLocks noGrp="1"/>
          </p:cNvSpPr>
          <p:nvPr>
            <p:ph type="sldNum" sz="quarter" idx="12"/>
          </p:nvPr>
        </p:nvSpPr>
        <p:spPr/>
        <p:txBody>
          <a:bodyPr/>
          <a:lstStyle/>
          <a:p>
            <a:fld id="{0F5EC011-0DA0-DB45-996E-85C7F379AB45}" type="slidenum">
              <a:rPr lang="en-US" smtClean="0"/>
              <a:t>‹#›</a:t>
            </a:fld>
            <a:endParaRPr lang="en-US"/>
          </a:p>
        </p:txBody>
      </p:sp>
      <p:sp>
        <p:nvSpPr>
          <p:cNvPr id="11" name="Chart Placeholder 5">
            <a:extLst>
              <a:ext uri="{FF2B5EF4-FFF2-40B4-BE49-F238E27FC236}">
                <a16:creationId xmlns:a16="http://schemas.microsoft.com/office/drawing/2014/main" id="{88B55E94-566B-064E-82B6-C977F84F7C65}"/>
              </a:ext>
            </a:extLst>
          </p:cNvPr>
          <p:cNvSpPr>
            <a:spLocks noGrp="1"/>
          </p:cNvSpPr>
          <p:nvPr>
            <p:ph type="chart" sz="quarter" idx="14"/>
          </p:nvPr>
        </p:nvSpPr>
        <p:spPr>
          <a:xfrm>
            <a:off x="660663" y="740569"/>
            <a:ext cx="4627562" cy="3654425"/>
          </a:xfrm>
        </p:spPr>
        <p:txBody>
          <a:bodyPr/>
          <a:lstStyle/>
          <a:p>
            <a:endParaRPr lang="en-US" dirty="0"/>
          </a:p>
        </p:txBody>
      </p:sp>
    </p:spTree>
    <p:extLst>
      <p:ext uri="{BB962C8B-B14F-4D97-AF65-F5344CB8AC3E}">
        <p14:creationId xmlns:p14="http://schemas.microsoft.com/office/powerpoint/2010/main" val="414194664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End Slide">
    <p:bg>
      <p:bgPr>
        <a:blipFill dpi="0" rotWithShape="1">
          <a:blip r:embed="rId2" cstate="print">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8710982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End Slide">
    <p:bg>
      <p:bgPr>
        <a:blipFill dpi="0" rotWithShape="1">
          <a:blip r:embed="rId2" cstate="print">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12046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63639" y="1245947"/>
            <a:ext cx="8223161" cy="3086100"/>
          </a:xfrm>
        </p:spPr>
        <p:txBody>
          <a:bodyPr/>
          <a:lstStyle>
            <a:lvl1pPr>
              <a:buClr>
                <a:srgbClr val="C8102E"/>
              </a:buClr>
              <a:defRPr/>
            </a:lvl1pPr>
            <a:lvl2pPr>
              <a:buClr>
                <a:srgbClr val="C8102E"/>
              </a:buClr>
              <a:defRPr/>
            </a:lvl2pPr>
            <a:lvl3pPr>
              <a:buClr>
                <a:srgbClr val="C8102E"/>
              </a:buClr>
              <a:defRPr/>
            </a:lvl3pPr>
            <a:lvl4pPr>
              <a:buClr>
                <a:srgbClr val="C8102E"/>
              </a:buClr>
              <a:defRPr/>
            </a:lvl4pPr>
            <a:lvl5pPr>
              <a:buClr>
                <a:srgbClr val="C8102E"/>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4"/>
          </p:nvPr>
        </p:nvSpPr>
        <p:spPr>
          <a:xfrm>
            <a:off x="6553200" y="4286251"/>
            <a:ext cx="2133600" cy="273844"/>
          </a:xfrm>
          <a:prstGeom prst="rect">
            <a:avLst/>
          </a:prstGeom>
        </p:spPr>
        <p:txBody>
          <a:bodyPr vert="horz" lIns="91440" tIns="45720" rIns="91440" bIns="45720" rtlCol="0" anchor="ctr"/>
          <a:lstStyle>
            <a:lvl1pPr algn="r">
              <a:defRPr sz="900">
                <a:solidFill>
                  <a:srgbClr val="ACA39A"/>
                </a:solidFill>
              </a:defRPr>
            </a:lvl1pPr>
          </a:lstStyle>
          <a:p>
            <a:fld id="{179A9A4E-4C82-4D44-9372-C31BB3818094}" type="slidenum">
              <a:rPr lang="en-US" smtClean="0"/>
              <a:pPr/>
              <a:t>‹#›</a:t>
            </a:fld>
            <a:endParaRPr lang="en-US" dirty="0"/>
          </a:p>
        </p:txBody>
      </p:sp>
      <p:sp>
        <p:nvSpPr>
          <p:cNvPr id="7" name="Rectangle 6"/>
          <p:cNvSpPr/>
          <p:nvPr userDrawn="1"/>
        </p:nvSpPr>
        <p:spPr>
          <a:xfrm>
            <a:off x="5715001" y="4667066"/>
            <a:ext cx="2396810" cy="369332"/>
          </a:xfrm>
          <a:prstGeom prst="rect">
            <a:avLst/>
          </a:prstGeom>
        </p:spPr>
        <p:txBody>
          <a:bodyPr wrap="none">
            <a:spAutoFit/>
          </a:bodyPr>
          <a:lstStyle/>
          <a:p>
            <a:pPr lvl="0"/>
            <a:r>
              <a:rPr lang="en-US" sz="1800" dirty="0">
                <a:solidFill>
                  <a:schemeClr val="bg1"/>
                </a:solidFill>
              </a:rPr>
              <a:t>Ivy College of Business</a:t>
            </a:r>
          </a:p>
        </p:txBody>
      </p:sp>
    </p:spTree>
    <p:extLst>
      <p:ext uri="{BB962C8B-B14F-4D97-AF65-F5344CB8AC3E}">
        <p14:creationId xmlns:p14="http://schemas.microsoft.com/office/powerpoint/2010/main" val="238485731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dirty="0"/>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dirty="0"/>
              <a:t>Click to edit Master text styles</a:t>
            </a:r>
          </a:p>
        </p:txBody>
      </p:sp>
      <p:sp>
        <p:nvSpPr>
          <p:cNvPr id="6" name="Slide Number Placeholder 5"/>
          <p:cNvSpPr>
            <a:spLocks noGrp="1"/>
          </p:cNvSpPr>
          <p:nvPr>
            <p:ph type="sldNum" sz="quarter" idx="4"/>
          </p:nvPr>
        </p:nvSpPr>
        <p:spPr>
          <a:xfrm>
            <a:off x="6553200" y="4286250"/>
            <a:ext cx="2133600" cy="273844"/>
          </a:xfrm>
          <a:prstGeom prst="rect">
            <a:avLst/>
          </a:prstGeom>
        </p:spPr>
        <p:txBody>
          <a:bodyPr vert="horz" lIns="91440" tIns="45720" rIns="91440" bIns="45720" rtlCol="0" anchor="ctr"/>
          <a:lstStyle>
            <a:lvl1pPr algn="r">
              <a:defRPr sz="1200">
                <a:solidFill>
                  <a:srgbClr val="ACA39A"/>
                </a:solidFill>
              </a:defRPr>
            </a:lvl1pPr>
          </a:lstStyle>
          <a:p>
            <a:fld id="{179A9A4E-4C82-4D44-9372-C31BB3818094}" type="slidenum">
              <a:rPr lang="en-US" smtClean="0"/>
              <a:pPr/>
              <a:t>‹#›</a:t>
            </a:fld>
            <a:endParaRPr lang="en-US" dirty="0"/>
          </a:p>
        </p:txBody>
      </p:sp>
      <p:sp>
        <p:nvSpPr>
          <p:cNvPr id="5" name="Text Placeholder 7"/>
          <p:cNvSpPr>
            <a:spLocks noGrp="1"/>
          </p:cNvSpPr>
          <p:nvPr>
            <p:ph type="body" sz="quarter" idx="10" hasCustomPrompt="1"/>
          </p:nvPr>
        </p:nvSpPr>
        <p:spPr>
          <a:xfrm>
            <a:off x="6324600" y="4743450"/>
            <a:ext cx="2438400" cy="285750"/>
          </a:xfrm>
        </p:spPr>
        <p:txBody>
          <a:bodyPr/>
          <a:lstStyle>
            <a:lvl1pPr marL="0" indent="0" algn="r">
              <a:buNone/>
              <a:defRPr sz="1600" b="1" i="0" baseline="0">
                <a:solidFill>
                  <a:schemeClr val="bg1"/>
                </a:solidFill>
                <a:latin typeface="Univers 65" charset="0"/>
                <a:ea typeface="Univers 65" charset="0"/>
                <a:cs typeface="Univers 65" charset="0"/>
              </a:defRPr>
            </a:lvl1pPr>
          </a:lstStyle>
          <a:p>
            <a:pPr lvl="0"/>
            <a:r>
              <a:rPr lang="en-US"/>
              <a:t>Unit Name Goes Here</a:t>
            </a:r>
            <a:endParaRPr lang="en-US" dirty="0"/>
          </a:p>
        </p:txBody>
      </p:sp>
    </p:spTree>
    <p:extLst>
      <p:ext uri="{BB962C8B-B14F-4D97-AF65-F5344CB8AC3E}">
        <p14:creationId xmlns:p14="http://schemas.microsoft.com/office/powerpoint/2010/main" val="227843800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6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63639" y="1245947"/>
            <a:ext cx="8223161" cy="3086100"/>
          </a:xfrm>
        </p:spPr>
        <p:txBody>
          <a:bodyPr/>
          <a:lstStyle>
            <a:lvl1pPr>
              <a:buClr>
                <a:srgbClr val="C8102E"/>
              </a:buClr>
              <a:defRPr/>
            </a:lvl1pPr>
            <a:lvl2pPr>
              <a:buClr>
                <a:srgbClr val="C8102E"/>
              </a:buClr>
              <a:defRPr/>
            </a:lvl2pPr>
            <a:lvl3pPr>
              <a:buClr>
                <a:srgbClr val="C8102E"/>
              </a:buClr>
              <a:defRPr/>
            </a:lvl3pPr>
            <a:lvl4pPr>
              <a:buClr>
                <a:srgbClr val="C8102E"/>
              </a:buClr>
              <a:defRPr/>
            </a:lvl4pPr>
            <a:lvl5pPr>
              <a:buClr>
                <a:srgbClr val="C8102E"/>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4"/>
          </p:nvPr>
        </p:nvSpPr>
        <p:spPr>
          <a:xfrm>
            <a:off x="6553200" y="4286251"/>
            <a:ext cx="2133600" cy="273844"/>
          </a:xfrm>
          <a:prstGeom prst="rect">
            <a:avLst/>
          </a:prstGeom>
        </p:spPr>
        <p:txBody>
          <a:bodyPr vert="horz" lIns="91440" tIns="45720" rIns="91440" bIns="45720" rtlCol="0" anchor="ctr"/>
          <a:lstStyle>
            <a:lvl1pPr algn="r">
              <a:defRPr sz="900">
                <a:solidFill>
                  <a:srgbClr val="ACA39A"/>
                </a:solidFill>
              </a:defRPr>
            </a:lvl1pPr>
          </a:lstStyle>
          <a:p>
            <a:fld id="{179A9A4E-4C82-4D44-9372-C31BB3818094}" type="slidenum">
              <a:rPr lang="en-US" smtClean="0"/>
              <a:pPr/>
              <a:t>‹#›</a:t>
            </a:fld>
            <a:endParaRPr lang="en-US" dirty="0"/>
          </a:p>
        </p:txBody>
      </p:sp>
      <p:sp>
        <p:nvSpPr>
          <p:cNvPr id="7" name="Rectangle 6"/>
          <p:cNvSpPr/>
          <p:nvPr userDrawn="1"/>
        </p:nvSpPr>
        <p:spPr>
          <a:xfrm>
            <a:off x="5715001" y="4667066"/>
            <a:ext cx="2396810" cy="369332"/>
          </a:xfrm>
          <a:prstGeom prst="rect">
            <a:avLst/>
          </a:prstGeom>
        </p:spPr>
        <p:txBody>
          <a:bodyPr wrap="none">
            <a:spAutoFit/>
          </a:bodyPr>
          <a:lstStyle/>
          <a:p>
            <a:pPr lvl="0"/>
            <a:r>
              <a:rPr lang="en-US" sz="1800" dirty="0">
                <a:solidFill>
                  <a:schemeClr val="bg1"/>
                </a:solidFill>
              </a:rPr>
              <a:t>Ivy College of Business</a:t>
            </a:r>
          </a:p>
        </p:txBody>
      </p:sp>
    </p:spTree>
    <p:extLst>
      <p:ext uri="{BB962C8B-B14F-4D97-AF65-F5344CB8AC3E}">
        <p14:creationId xmlns:p14="http://schemas.microsoft.com/office/powerpoint/2010/main" val="29188530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A0930E96-9F1D-4749-BDBF-344ADF8F90F9}" type="datetimeFigureOut">
              <a:rPr lang="en-US" smtClean="0"/>
              <a:t>10/18/24</a:t>
            </a:fld>
            <a:endParaRPr lang="en-US"/>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0F5EC011-0DA0-DB45-996E-85C7F379AB45}" type="slidenum">
              <a:rPr lang="en-US" smtClean="0"/>
              <a:t>‹#›</a:t>
            </a:fld>
            <a:endParaRPr lang="en-US"/>
          </a:p>
        </p:txBody>
      </p:sp>
    </p:spTree>
    <p:extLst>
      <p:ext uri="{BB962C8B-B14F-4D97-AF65-F5344CB8AC3E}">
        <p14:creationId xmlns:p14="http://schemas.microsoft.com/office/powerpoint/2010/main" val="1848561185"/>
      </p:ext>
    </p:extLst>
  </p:cSld>
  <p:clrMap bg1="lt1" tx1="dk1" bg2="lt2" tx2="dk2" accent1="accent1" accent2="accent2" accent3="accent3" accent4="accent4" accent5="accent5" accent6="accent6" hlink="hlink" folHlink="folHlink"/>
  <p:sldLayoutIdLst>
    <p:sldLayoutId id="2147483661" r:id="rId1"/>
    <p:sldLayoutId id="2147483679" r:id="rId2"/>
    <p:sldLayoutId id="2147483677" r:id="rId3"/>
    <p:sldLayoutId id="2147483676" r:id="rId4"/>
    <p:sldLayoutId id="2147483662" r:id="rId5"/>
    <p:sldLayoutId id="2147483664" r:id="rId6"/>
    <p:sldLayoutId id="2147483672" r:id="rId7"/>
    <p:sldLayoutId id="2147483675" r:id="rId8"/>
    <p:sldLayoutId id="2147483665" r:id="rId9"/>
    <p:sldLayoutId id="2147483666" r:id="rId10"/>
    <p:sldLayoutId id="2147483671" r:id="rId11"/>
    <p:sldLayoutId id="2147483667" r:id="rId12"/>
    <p:sldLayoutId id="2147483670" r:id="rId13"/>
    <p:sldLayoutId id="2147483668" r:id="rId14"/>
    <p:sldLayoutId id="2147483673" r:id="rId15"/>
    <p:sldLayoutId id="2147483669" r:id="rId16"/>
    <p:sldLayoutId id="2147483678" r:id="rId17"/>
    <p:sldLayoutId id="2147483674" r:id="rId18"/>
    <p:sldLayoutId id="2147483680" r:id="rId19"/>
    <p:sldLayoutId id="2147483682" r:id="rId20"/>
    <p:sldLayoutId id="2147483683" r:id="rId21"/>
    <p:sldLayoutId id="2147483685" r:id="rId22"/>
  </p:sldLayoutIdLst>
  <p:txStyles>
    <p:titleStyle>
      <a:lvl1pPr algn="l" defTabSz="685800" rtl="0" eaLnBrk="1" latinLnBrk="0" hangingPunct="1">
        <a:lnSpc>
          <a:spcPct val="90000"/>
        </a:lnSpc>
        <a:spcBef>
          <a:spcPct val="0"/>
        </a:spcBef>
        <a:buNone/>
        <a:defRPr sz="3000" b="1" kern="1200">
          <a:solidFill>
            <a:schemeClr val="tx1"/>
          </a:solidFill>
          <a:latin typeface="Arial" panose="020B0604020202020204" pitchFamily="34" charset="0"/>
          <a:ea typeface="+mj-ea"/>
          <a:cs typeface="Arial" panose="020B0604020202020204" pitchFamily="34" charset="0"/>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Arial" panose="020B0604020202020204" pitchFamily="34" charset="0"/>
          <a:ea typeface="+mn-ea"/>
          <a:cs typeface="Arial" panose="020B0604020202020204" pitchFamily="34" charset="0"/>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Arial" panose="020B0604020202020204" pitchFamily="34" charset="0"/>
          <a:ea typeface="+mn-ea"/>
          <a:cs typeface="Arial" panose="020B0604020202020204" pitchFamily="34" charset="0"/>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Arial" panose="020B0604020202020204" pitchFamily="34" charset="0"/>
          <a:ea typeface="+mn-ea"/>
          <a:cs typeface="Arial" panose="020B0604020202020204" pitchFamily="34" charset="0"/>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Arial" panose="020B0604020202020204" pitchFamily="34" charset="0"/>
          <a:ea typeface="+mn-ea"/>
          <a:cs typeface="Arial" panose="020B0604020202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56915A3-AD07-F048-8B5A-7D44B354DF7A}"/>
              </a:ext>
            </a:extLst>
          </p:cNvPr>
          <p:cNvSpPr>
            <a:spLocks noGrp="1"/>
          </p:cNvSpPr>
          <p:nvPr>
            <p:ph type="body" idx="1"/>
          </p:nvPr>
        </p:nvSpPr>
        <p:spPr>
          <a:xfrm>
            <a:off x="717022" y="671386"/>
            <a:ext cx="7886700" cy="1415316"/>
          </a:xfrm>
        </p:spPr>
        <p:txBody>
          <a:bodyPr>
            <a:noAutofit/>
          </a:bodyPr>
          <a:lstStyle/>
          <a:p>
            <a:br>
              <a:rPr lang="en-US" sz="3000" dirty="0"/>
            </a:br>
            <a:r>
              <a:rPr lang="en-US" sz="3000" dirty="0"/>
              <a:t>Database Schema Development in Postgres and Cassandra</a:t>
            </a:r>
          </a:p>
        </p:txBody>
      </p:sp>
      <p:sp>
        <p:nvSpPr>
          <p:cNvPr id="4" name="Text Placeholder 3">
            <a:extLst>
              <a:ext uri="{FF2B5EF4-FFF2-40B4-BE49-F238E27FC236}">
                <a16:creationId xmlns:a16="http://schemas.microsoft.com/office/drawing/2014/main" id="{1CA854F3-E1E6-B445-9497-094416CE94BE}"/>
              </a:ext>
            </a:extLst>
          </p:cNvPr>
          <p:cNvSpPr>
            <a:spLocks noGrp="1"/>
          </p:cNvSpPr>
          <p:nvPr>
            <p:ph type="body" idx="11"/>
          </p:nvPr>
        </p:nvSpPr>
        <p:spPr>
          <a:xfrm>
            <a:off x="717022" y="2571750"/>
            <a:ext cx="7886700" cy="1134030"/>
          </a:xfrm>
        </p:spPr>
        <p:txBody>
          <a:bodyPr>
            <a:normAutofit/>
          </a:bodyPr>
          <a:lstStyle/>
          <a:p>
            <a:r>
              <a:rPr lang="en-US" dirty="0"/>
              <a:t>Team HuffleSpark</a:t>
            </a:r>
          </a:p>
          <a:p>
            <a:br>
              <a:rPr lang="en-US" dirty="0"/>
            </a:br>
            <a:r>
              <a:rPr lang="en-US" dirty="0"/>
              <a:t>  - Harsha Sai </a:t>
            </a:r>
            <a:r>
              <a:rPr lang="en-US" dirty="0" err="1"/>
              <a:t>Jagu</a:t>
            </a:r>
            <a:r>
              <a:rPr lang="en-US" dirty="0"/>
              <a:t>		- Niharika Chowdary </a:t>
            </a:r>
            <a:r>
              <a:rPr lang="en-US" dirty="0" err="1"/>
              <a:t>Mullangi</a:t>
            </a:r>
            <a:r>
              <a:rPr lang="en-US" dirty="0"/>
              <a:t>	</a:t>
            </a:r>
            <a:br>
              <a:rPr lang="en-US" dirty="0"/>
            </a:br>
            <a:r>
              <a:rPr lang="en-US" dirty="0"/>
              <a:t>  - Manogna Tummanepally	- Pradeep Chand </a:t>
            </a:r>
            <a:r>
              <a:rPr lang="en-US" dirty="0" err="1"/>
              <a:t>Potturi</a:t>
            </a:r>
            <a:endParaRPr lang="en-US" dirty="0"/>
          </a:p>
        </p:txBody>
      </p:sp>
    </p:spTree>
    <p:extLst>
      <p:ext uri="{BB962C8B-B14F-4D97-AF65-F5344CB8AC3E}">
        <p14:creationId xmlns:p14="http://schemas.microsoft.com/office/powerpoint/2010/main" val="10782444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8FA7EE-1AD4-BB3B-9CF8-BB4C0D481494}"/>
              </a:ext>
            </a:extLst>
          </p:cNvPr>
          <p:cNvSpPr>
            <a:spLocks noGrp="1"/>
          </p:cNvSpPr>
          <p:nvPr>
            <p:ph type="title"/>
          </p:nvPr>
        </p:nvSpPr>
        <p:spPr>
          <a:xfrm>
            <a:off x="628650" y="128863"/>
            <a:ext cx="7886700" cy="994172"/>
          </a:xfrm>
        </p:spPr>
        <p:txBody>
          <a:bodyPr/>
          <a:lstStyle/>
          <a:p>
            <a:r>
              <a:rPr lang="en-US" dirty="0"/>
              <a:t>Project Overview</a:t>
            </a:r>
          </a:p>
        </p:txBody>
      </p:sp>
      <p:sp>
        <p:nvSpPr>
          <p:cNvPr id="3" name="Content Placeholder 2">
            <a:extLst>
              <a:ext uri="{FF2B5EF4-FFF2-40B4-BE49-F238E27FC236}">
                <a16:creationId xmlns:a16="http://schemas.microsoft.com/office/drawing/2014/main" id="{67049296-ADEB-7641-BA79-064661FEB3EB}"/>
              </a:ext>
            </a:extLst>
          </p:cNvPr>
          <p:cNvSpPr>
            <a:spLocks noGrp="1"/>
          </p:cNvSpPr>
          <p:nvPr>
            <p:ph idx="1"/>
          </p:nvPr>
        </p:nvSpPr>
        <p:spPr>
          <a:xfrm>
            <a:off x="628650" y="1123036"/>
            <a:ext cx="7886700" cy="3352250"/>
          </a:xfrm>
        </p:spPr>
        <p:txBody>
          <a:bodyPr>
            <a:normAutofit lnSpcReduction="10000"/>
          </a:bodyPr>
          <a:lstStyle/>
          <a:p>
            <a:pPr marL="0" indent="0">
              <a:lnSpc>
                <a:spcPct val="170000"/>
              </a:lnSpc>
              <a:buNone/>
            </a:pPr>
            <a:r>
              <a:rPr lang="en-US" sz="1400" b="1" dirty="0"/>
              <a:t>Objective:</a:t>
            </a:r>
            <a:endParaRPr lang="en-US" sz="1400" dirty="0"/>
          </a:p>
          <a:p>
            <a:pPr algn="just">
              <a:lnSpc>
                <a:spcPct val="170000"/>
              </a:lnSpc>
            </a:pPr>
            <a:r>
              <a:rPr lang="en-US" sz="1200" dirty="0"/>
              <a:t>The project focuses on implementing and comparing partitioning and sharding in Postgres with Cassandra’s query-first approach to schema design. We aim to analyze the query performance and scalability of each system.</a:t>
            </a:r>
          </a:p>
          <a:p>
            <a:pPr marL="0" indent="0" algn="just">
              <a:lnSpc>
                <a:spcPct val="170000"/>
              </a:lnSpc>
              <a:buNone/>
            </a:pPr>
            <a:r>
              <a:rPr lang="en-US" sz="1400" b="1" dirty="0"/>
              <a:t>Overview:</a:t>
            </a:r>
          </a:p>
          <a:p>
            <a:pPr algn="just">
              <a:lnSpc>
                <a:spcPct val="170000"/>
              </a:lnSpc>
            </a:pPr>
            <a:r>
              <a:rPr lang="en-US" sz="1200" dirty="0"/>
              <a:t>In Postgres, we applied partitioning for optimized query performance and sharding to scale data across multiple nodes.</a:t>
            </a:r>
          </a:p>
          <a:p>
            <a:pPr algn="just">
              <a:lnSpc>
                <a:spcPct val="170000"/>
              </a:lnSpc>
            </a:pPr>
            <a:r>
              <a:rPr lang="en-US" sz="1200" dirty="0"/>
              <a:t>In Cassandra, we designed a query-first schema focused on denormalization, which eliminates JOIN operations, ensuring better performance in distributed systems.</a:t>
            </a:r>
          </a:p>
        </p:txBody>
      </p:sp>
    </p:spTree>
    <p:extLst>
      <p:ext uri="{BB962C8B-B14F-4D97-AF65-F5344CB8AC3E}">
        <p14:creationId xmlns:p14="http://schemas.microsoft.com/office/powerpoint/2010/main" val="2344856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99184A-88EB-48F6-5255-3F89BF823284}"/>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489F7BF7-421A-F85D-677C-80DF76F77E57}"/>
              </a:ext>
            </a:extLst>
          </p:cNvPr>
          <p:cNvSpPr>
            <a:spLocks noGrp="1"/>
          </p:cNvSpPr>
          <p:nvPr>
            <p:ph type="body" idx="1"/>
          </p:nvPr>
        </p:nvSpPr>
        <p:spPr>
          <a:xfrm>
            <a:off x="628650" y="1604842"/>
            <a:ext cx="7886700" cy="1415316"/>
          </a:xfrm>
        </p:spPr>
        <p:txBody>
          <a:bodyPr>
            <a:noAutofit/>
          </a:bodyPr>
          <a:lstStyle/>
          <a:p>
            <a:pPr algn="ctr"/>
            <a:r>
              <a:rPr lang="en-US" sz="4100" dirty="0"/>
              <a:t>Postgres Implementation</a:t>
            </a:r>
            <a:br>
              <a:rPr lang="en-US" sz="4100" dirty="0"/>
            </a:br>
            <a:r>
              <a:rPr lang="en-US" sz="4100" dirty="0"/>
              <a:t> Partitioning vs Sharding</a:t>
            </a:r>
          </a:p>
        </p:txBody>
      </p:sp>
    </p:spTree>
    <p:extLst>
      <p:ext uri="{BB962C8B-B14F-4D97-AF65-F5344CB8AC3E}">
        <p14:creationId xmlns:p14="http://schemas.microsoft.com/office/powerpoint/2010/main" val="39924600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69DF41-6B01-C2F0-C598-1D0D839BAF2A}"/>
              </a:ext>
            </a:extLst>
          </p:cNvPr>
          <p:cNvSpPr>
            <a:spLocks noGrp="1"/>
          </p:cNvSpPr>
          <p:nvPr>
            <p:ph type="title"/>
          </p:nvPr>
        </p:nvSpPr>
        <p:spPr/>
        <p:txBody>
          <a:bodyPr>
            <a:normAutofit/>
          </a:bodyPr>
          <a:lstStyle/>
          <a:p>
            <a:r>
              <a:rPr lang="en-US" sz="2800" dirty="0"/>
              <a:t>Postgres Schema and Partitioning</a:t>
            </a:r>
          </a:p>
        </p:txBody>
      </p:sp>
      <p:sp>
        <p:nvSpPr>
          <p:cNvPr id="3" name="Content Placeholder 2">
            <a:extLst>
              <a:ext uri="{FF2B5EF4-FFF2-40B4-BE49-F238E27FC236}">
                <a16:creationId xmlns:a16="http://schemas.microsoft.com/office/drawing/2014/main" id="{C0E3AF06-E9AF-E05D-102B-3B7C3EE8570B}"/>
              </a:ext>
            </a:extLst>
          </p:cNvPr>
          <p:cNvSpPr>
            <a:spLocks noGrp="1"/>
          </p:cNvSpPr>
          <p:nvPr>
            <p:ph idx="1"/>
          </p:nvPr>
        </p:nvSpPr>
        <p:spPr>
          <a:xfrm>
            <a:off x="628650" y="1268016"/>
            <a:ext cx="7886700" cy="3263504"/>
          </a:xfrm>
        </p:spPr>
        <p:txBody>
          <a:bodyPr>
            <a:noAutofit/>
          </a:bodyPr>
          <a:lstStyle/>
          <a:p>
            <a:pPr marL="0" indent="0" algn="just">
              <a:lnSpc>
                <a:spcPct val="150000"/>
              </a:lnSpc>
              <a:buNone/>
            </a:pPr>
            <a:r>
              <a:rPr lang="en-US" sz="1400" b="1" dirty="0"/>
              <a:t>Schema Overview:</a:t>
            </a:r>
          </a:p>
          <a:p>
            <a:pPr algn="just">
              <a:lnSpc>
                <a:spcPct val="150000"/>
              </a:lnSpc>
            </a:pPr>
            <a:r>
              <a:rPr lang="en-US" sz="1200" dirty="0"/>
              <a:t>We created a schema with five tables: Instructors, Courses, Categories, Students, and Enrollments.</a:t>
            </a:r>
          </a:p>
          <a:p>
            <a:pPr algn="just">
              <a:lnSpc>
                <a:spcPct val="150000"/>
              </a:lnSpc>
            </a:pPr>
            <a:r>
              <a:rPr lang="en-US" sz="1200" dirty="0"/>
              <a:t>Partitioning was applied to the Enrollments table based on studentid, which allowed us to group student-related data into distinct partitions.</a:t>
            </a:r>
          </a:p>
          <a:p>
            <a:pPr marL="0" indent="0" algn="just">
              <a:lnSpc>
                <a:spcPct val="150000"/>
              </a:lnSpc>
              <a:buNone/>
            </a:pPr>
            <a:r>
              <a:rPr lang="en-US" sz="1400" b="1" dirty="0"/>
              <a:t>Why We Chose </a:t>
            </a:r>
            <a:r>
              <a:rPr lang="en-US" sz="1400" b="1" i="1" u="sng" dirty="0"/>
              <a:t>studentid</a:t>
            </a:r>
            <a:r>
              <a:rPr lang="en-US" sz="1400" b="1" dirty="0"/>
              <a:t> as the Partition Key:</a:t>
            </a:r>
          </a:p>
          <a:p>
            <a:pPr algn="just">
              <a:lnSpc>
                <a:spcPct val="150000"/>
              </a:lnSpc>
            </a:pPr>
            <a:r>
              <a:rPr lang="en-US" sz="1200" dirty="0"/>
              <a:t>Most of our key queries rely on </a:t>
            </a:r>
            <a:r>
              <a:rPr lang="en-US" sz="1200" i="1" u="sng" dirty="0"/>
              <a:t>studentid</a:t>
            </a:r>
            <a:r>
              <a:rPr lang="en-US" sz="1200" dirty="0"/>
              <a:t> (e.g., retrieving courses a student is enrolled in, fetching students for a course).</a:t>
            </a:r>
          </a:p>
          <a:p>
            <a:pPr algn="just">
              <a:lnSpc>
                <a:spcPct val="150000"/>
              </a:lnSpc>
            </a:pPr>
            <a:r>
              <a:rPr lang="en-US" sz="1200" dirty="0"/>
              <a:t>Partitioning by </a:t>
            </a:r>
            <a:r>
              <a:rPr lang="en-US" sz="1200" i="1" u="sng" dirty="0"/>
              <a:t>studentid</a:t>
            </a:r>
            <a:r>
              <a:rPr lang="en-US" sz="1200" dirty="0"/>
              <a:t> ensures that all student-related data is stored together, Improving query performance by reducing the amount of data searched.</a:t>
            </a:r>
          </a:p>
          <a:p>
            <a:pPr marL="0" indent="0" algn="just">
              <a:lnSpc>
                <a:spcPct val="150000"/>
              </a:lnSpc>
              <a:buNone/>
            </a:pPr>
            <a:endParaRPr lang="en-US" sz="1200" b="1" dirty="0"/>
          </a:p>
        </p:txBody>
      </p:sp>
    </p:spTree>
    <p:extLst>
      <p:ext uri="{BB962C8B-B14F-4D97-AF65-F5344CB8AC3E}">
        <p14:creationId xmlns:p14="http://schemas.microsoft.com/office/powerpoint/2010/main" val="27750900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482C62-D6F5-FEB9-C822-0C109AABF5E9}"/>
              </a:ext>
            </a:extLst>
          </p:cNvPr>
          <p:cNvSpPr>
            <a:spLocks noGrp="1"/>
          </p:cNvSpPr>
          <p:nvPr>
            <p:ph type="title"/>
          </p:nvPr>
        </p:nvSpPr>
        <p:spPr/>
        <p:txBody>
          <a:bodyPr/>
          <a:lstStyle/>
          <a:p>
            <a:r>
              <a:rPr lang="en-US" dirty="0"/>
              <a:t>Sharding in Postgres</a:t>
            </a:r>
          </a:p>
        </p:txBody>
      </p:sp>
      <p:sp>
        <p:nvSpPr>
          <p:cNvPr id="3" name="Content Placeholder 2">
            <a:extLst>
              <a:ext uri="{FF2B5EF4-FFF2-40B4-BE49-F238E27FC236}">
                <a16:creationId xmlns:a16="http://schemas.microsoft.com/office/drawing/2014/main" id="{C9F55151-52D3-BB0F-A6A6-B50CD0E712DE}"/>
              </a:ext>
            </a:extLst>
          </p:cNvPr>
          <p:cNvSpPr>
            <a:spLocks noGrp="1"/>
          </p:cNvSpPr>
          <p:nvPr>
            <p:ph idx="1"/>
          </p:nvPr>
        </p:nvSpPr>
        <p:spPr/>
        <p:txBody>
          <a:bodyPr>
            <a:normAutofit/>
          </a:bodyPr>
          <a:lstStyle/>
          <a:p>
            <a:pPr marL="0" indent="0" algn="just">
              <a:lnSpc>
                <a:spcPct val="150000"/>
              </a:lnSpc>
              <a:buNone/>
            </a:pPr>
            <a:r>
              <a:rPr lang="en-US" sz="1400" b="1" dirty="0"/>
              <a:t>Sharding Setup</a:t>
            </a:r>
            <a:r>
              <a:rPr lang="en-US" sz="1400" dirty="0"/>
              <a:t>:</a:t>
            </a:r>
          </a:p>
          <a:p>
            <a:pPr marL="0" indent="0" algn="just">
              <a:lnSpc>
                <a:spcPct val="150000"/>
              </a:lnSpc>
              <a:buNone/>
            </a:pPr>
            <a:r>
              <a:rPr lang="en-US" sz="1200" dirty="0"/>
              <a:t> Sharding was implemented across three nodes:</a:t>
            </a:r>
          </a:p>
          <a:p>
            <a:pPr lvl="1" algn="just">
              <a:lnSpc>
                <a:spcPct val="150000"/>
              </a:lnSpc>
            </a:pPr>
            <a:r>
              <a:rPr lang="en-US" sz="1200" b="1" dirty="0"/>
              <a:t>Node1</a:t>
            </a:r>
            <a:r>
              <a:rPr lang="en-US" sz="1200" dirty="0"/>
              <a:t>: The local node, which handled part of the data.	</a:t>
            </a:r>
          </a:p>
          <a:p>
            <a:pPr lvl="1" algn="just">
              <a:lnSpc>
                <a:spcPct val="150000"/>
              </a:lnSpc>
            </a:pPr>
            <a:r>
              <a:rPr lang="en-US" sz="1200" b="1" dirty="0"/>
              <a:t>Node2 &amp; Node3</a:t>
            </a:r>
            <a:r>
              <a:rPr lang="en-US" sz="1200" dirty="0"/>
              <a:t>: Foreign nodes, which stored sharded portions of the data.</a:t>
            </a:r>
          </a:p>
          <a:p>
            <a:pPr marL="0" indent="0" algn="just">
              <a:lnSpc>
                <a:spcPct val="150000"/>
              </a:lnSpc>
              <a:buNone/>
            </a:pPr>
            <a:r>
              <a:rPr lang="en-US" sz="1400" b="1" dirty="0"/>
              <a:t>How Sharding Works:</a:t>
            </a:r>
          </a:p>
          <a:p>
            <a:pPr algn="just">
              <a:lnSpc>
                <a:spcPct val="150000"/>
              </a:lnSpc>
            </a:pPr>
            <a:r>
              <a:rPr lang="en-US" sz="1200" dirty="0"/>
              <a:t>We used a modulus operation on </a:t>
            </a:r>
            <a:r>
              <a:rPr lang="en-US" sz="1200" i="1" u="sng" dirty="0"/>
              <a:t>studentid</a:t>
            </a:r>
            <a:r>
              <a:rPr lang="en-US" sz="1200" dirty="0"/>
              <a:t> to distribute the Enrollments data evenly across the nodes.</a:t>
            </a:r>
          </a:p>
          <a:p>
            <a:pPr algn="just">
              <a:lnSpc>
                <a:spcPct val="150000"/>
              </a:lnSpc>
            </a:pPr>
            <a:r>
              <a:rPr lang="en-US" sz="1200" b="1" dirty="0"/>
              <a:t>Foreign Data Wrappers </a:t>
            </a:r>
            <a:r>
              <a:rPr lang="en-US" sz="1200" dirty="0"/>
              <a:t>(FDWs) and user mappings allowed us to query the sharded data across all nodes, ensuring seamless access.</a:t>
            </a:r>
          </a:p>
        </p:txBody>
      </p:sp>
    </p:spTree>
    <p:extLst>
      <p:ext uri="{BB962C8B-B14F-4D97-AF65-F5344CB8AC3E}">
        <p14:creationId xmlns:p14="http://schemas.microsoft.com/office/powerpoint/2010/main" val="13109396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52FA09-55D0-7395-BD53-4A54E981F13E}"/>
              </a:ext>
            </a:extLst>
          </p:cNvPr>
          <p:cNvSpPr>
            <a:spLocks noGrp="1"/>
          </p:cNvSpPr>
          <p:nvPr>
            <p:ph type="title"/>
          </p:nvPr>
        </p:nvSpPr>
        <p:spPr/>
        <p:txBody>
          <a:bodyPr/>
          <a:lstStyle/>
          <a:p>
            <a:r>
              <a:rPr lang="en-US" dirty="0"/>
              <a:t>Postgres Performance Testing</a:t>
            </a:r>
          </a:p>
        </p:txBody>
      </p:sp>
      <p:sp>
        <p:nvSpPr>
          <p:cNvPr id="3" name="Content Placeholder 2">
            <a:extLst>
              <a:ext uri="{FF2B5EF4-FFF2-40B4-BE49-F238E27FC236}">
                <a16:creationId xmlns:a16="http://schemas.microsoft.com/office/drawing/2014/main" id="{CCA5E2E6-6613-8DFB-8744-655BC2BA987E}"/>
              </a:ext>
            </a:extLst>
          </p:cNvPr>
          <p:cNvSpPr>
            <a:spLocks noGrp="1"/>
          </p:cNvSpPr>
          <p:nvPr>
            <p:ph idx="1"/>
          </p:nvPr>
        </p:nvSpPr>
        <p:spPr>
          <a:xfrm>
            <a:off x="628650" y="1175790"/>
            <a:ext cx="7886700" cy="3263504"/>
          </a:xfrm>
        </p:spPr>
        <p:txBody>
          <a:bodyPr>
            <a:normAutofit/>
          </a:bodyPr>
          <a:lstStyle/>
          <a:p>
            <a:pPr marL="0" indent="0" algn="just">
              <a:lnSpc>
                <a:spcPct val="150000"/>
              </a:lnSpc>
              <a:buNone/>
            </a:pPr>
            <a:r>
              <a:rPr lang="en-US" sz="1200" b="1" dirty="0"/>
              <a:t>Testing Approach</a:t>
            </a:r>
            <a:r>
              <a:rPr lang="en-US" sz="1200" dirty="0"/>
              <a:t>:</a:t>
            </a:r>
          </a:p>
          <a:p>
            <a:pPr marL="0" indent="0" algn="just">
              <a:lnSpc>
                <a:spcPct val="150000"/>
              </a:lnSpc>
              <a:buNone/>
            </a:pPr>
            <a:r>
              <a:rPr lang="en-US" sz="1200" dirty="0"/>
              <a:t> We tested select, insert, delete, range, and cross-node queries to measure the differences    between partitioning and sharding.</a:t>
            </a:r>
            <a:endParaRPr lang="en-US" sz="1200" b="1" dirty="0"/>
          </a:p>
          <a:p>
            <a:pPr marL="0" indent="0" algn="just">
              <a:lnSpc>
                <a:spcPct val="150000"/>
              </a:lnSpc>
              <a:buNone/>
            </a:pPr>
            <a:r>
              <a:rPr lang="en-US" sz="1400" b="1" dirty="0"/>
              <a:t>Results</a:t>
            </a:r>
            <a:r>
              <a:rPr lang="en-US" sz="1400" dirty="0"/>
              <a:t>:</a:t>
            </a:r>
          </a:p>
        </p:txBody>
      </p:sp>
      <p:pic>
        <p:nvPicPr>
          <p:cNvPr id="4" name="Picture 3">
            <a:extLst>
              <a:ext uri="{FF2B5EF4-FFF2-40B4-BE49-F238E27FC236}">
                <a16:creationId xmlns:a16="http://schemas.microsoft.com/office/drawing/2014/main" id="{C6B0BC39-458B-9153-6786-C68E9FCDF991}"/>
              </a:ext>
            </a:extLst>
          </p:cNvPr>
          <p:cNvPicPr>
            <a:picLocks noChangeAspect="1"/>
          </p:cNvPicPr>
          <p:nvPr/>
        </p:nvPicPr>
        <p:blipFill>
          <a:blip r:embed="rId2"/>
          <a:stretch>
            <a:fillRect/>
          </a:stretch>
        </p:blipFill>
        <p:spPr>
          <a:xfrm>
            <a:off x="1729001" y="2666866"/>
            <a:ext cx="5685997" cy="1668445"/>
          </a:xfrm>
          <a:prstGeom prst="rect">
            <a:avLst/>
          </a:prstGeom>
        </p:spPr>
      </p:pic>
    </p:spTree>
    <p:extLst>
      <p:ext uri="{BB962C8B-B14F-4D97-AF65-F5344CB8AC3E}">
        <p14:creationId xmlns:p14="http://schemas.microsoft.com/office/powerpoint/2010/main" val="37610722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609D33-47A7-7C61-DCAF-96A88AD7434C}"/>
              </a:ext>
            </a:extLst>
          </p:cNvPr>
          <p:cNvSpPr>
            <a:spLocks noGrp="1"/>
          </p:cNvSpPr>
          <p:nvPr>
            <p:ph type="title"/>
          </p:nvPr>
        </p:nvSpPr>
        <p:spPr/>
        <p:txBody>
          <a:bodyPr/>
          <a:lstStyle/>
          <a:p>
            <a:r>
              <a:rPr lang="en-US" dirty="0"/>
              <a:t>Partitioning vs Sharding</a:t>
            </a:r>
          </a:p>
        </p:txBody>
      </p:sp>
      <p:sp>
        <p:nvSpPr>
          <p:cNvPr id="3" name="Content Placeholder 2">
            <a:extLst>
              <a:ext uri="{FF2B5EF4-FFF2-40B4-BE49-F238E27FC236}">
                <a16:creationId xmlns:a16="http://schemas.microsoft.com/office/drawing/2014/main" id="{B43DFDD3-D3D6-B727-229B-A8E7F17C7B93}"/>
              </a:ext>
            </a:extLst>
          </p:cNvPr>
          <p:cNvSpPr>
            <a:spLocks noGrp="1"/>
          </p:cNvSpPr>
          <p:nvPr>
            <p:ph idx="1"/>
          </p:nvPr>
        </p:nvSpPr>
        <p:spPr>
          <a:xfrm>
            <a:off x="628650" y="1399900"/>
            <a:ext cx="7886700" cy="3075384"/>
          </a:xfrm>
        </p:spPr>
        <p:txBody>
          <a:bodyPr>
            <a:normAutofit/>
          </a:bodyPr>
          <a:lstStyle/>
          <a:p>
            <a:pPr algn="just">
              <a:lnSpc>
                <a:spcPct val="150000"/>
              </a:lnSpc>
            </a:pPr>
            <a:r>
              <a:rPr lang="en-US" sz="1200" b="1" dirty="0"/>
              <a:t>Partitioning</a:t>
            </a:r>
            <a:r>
              <a:rPr lang="en-US" sz="1200" dirty="0"/>
              <a:t>: The system executes queries within a single node, which results in faster query execution times for operations like inserts and selects. Range queries are efficient as the data is localized within the partition.</a:t>
            </a:r>
          </a:p>
          <a:p>
            <a:pPr algn="just">
              <a:lnSpc>
                <a:spcPct val="150000"/>
              </a:lnSpc>
            </a:pPr>
            <a:endParaRPr lang="en-US" sz="1200" dirty="0"/>
          </a:p>
          <a:p>
            <a:pPr algn="just">
              <a:lnSpc>
                <a:spcPct val="150000"/>
              </a:lnSpc>
            </a:pPr>
            <a:r>
              <a:rPr lang="en-US" sz="1200" b="1" dirty="0"/>
              <a:t>Sharding</a:t>
            </a:r>
            <a:r>
              <a:rPr lang="en-US" sz="1200" dirty="0"/>
              <a:t>: Sharding allows scalability, but the overhead introduced by cross-node communication results in slower select and range queries. Inserts and deletes take longer due to distributed writes across multiple nodes</a:t>
            </a:r>
          </a:p>
          <a:p>
            <a:pPr algn="just">
              <a:lnSpc>
                <a:spcPct val="150000"/>
              </a:lnSpc>
            </a:pPr>
            <a:endParaRPr lang="en-US" sz="1200" dirty="0"/>
          </a:p>
          <a:p>
            <a:pPr algn="just">
              <a:lnSpc>
                <a:spcPct val="150000"/>
              </a:lnSpc>
            </a:pPr>
            <a:r>
              <a:rPr lang="en-US" sz="1200" b="1" dirty="0"/>
              <a:t>Overall</a:t>
            </a:r>
            <a:r>
              <a:rPr lang="en-US" sz="1200" dirty="0"/>
              <a:t>, partitioning offers the best performance for smaller datasets that can fit on a single node, while sharding is essential for scaling larger datasets but with increased query latency.</a:t>
            </a:r>
          </a:p>
        </p:txBody>
      </p:sp>
    </p:spTree>
    <p:extLst>
      <p:ext uri="{BB962C8B-B14F-4D97-AF65-F5344CB8AC3E}">
        <p14:creationId xmlns:p14="http://schemas.microsoft.com/office/powerpoint/2010/main" val="3640746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862633-5F87-1FA8-0BD7-A7B3F0E9EEA2}"/>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9FD7FA70-911E-8763-E167-2DFC5A0BE84D}"/>
              </a:ext>
            </a:extLst>
          </p:cNvPr>
          <p:cNvSpPr>
            <a:spLocks noGrp="1"/>
          </p:cNvSpPr>
          <p:nvPr>
            <p:ph type="body" idx="1"/>
          </p:nvPr>
        </p:nvSpPr>
        <p:spPr>
          <a:xfrm>
            <a:off x="628650" y="1675180"/>
            <a:ext cx="7886700" cy="1415316"/>
          </a:xfrm>
        </p:spPr>
        <p:txBody>
          <a:bodyPr>
            <a:noAutofit/>
          </a:bodyPr>
          <a:lstStyle/>
          <a:p>
            <a:pPr algn="ctr"/>
            <a:r>
              <a:rPr lang="en-US" sz="4100" dirty="0"/>
              <a:t>Cassandra - Query First Approach</a:t>
            </a:r>
          </a:p>
        </p:txBody>
      </p:sp>
    </p:spTree>
    <p:extLst>
      <p:ext uri="{BB962C8B-B14F-4D97-AF65-F5344CB8AC3E}">
        <p14:creationId xmlns:p14="http://schemas.microsoft.com/office/powerpoint/2010/main" val="13745172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306800-693E-1A6E-041C-090AAA4F1B37}"/>
              </a:ext>
            </a:extLst>
          </p:cNvPr>
          <p:cNvSpPr>
            <a:spLocks noGrp="1"/>
          </p:cNvSpPr>
          <p:nvPr>
            <p:ph type="title"/>
          </p:nvPr>
        </p:nvSpPr>
        <p:spPr/>
        <p:txBody>
          <a:bodyPr/>
          <a:lstStyle/>
          <a:p>
            <a:r>
              <a:rPr lang="en-US" dirty="0"/>
              <a:t>Cassandra and the Query-First Approach</a:t>
            </a:r>
          </a:p>
        </p:txBody>
      </p:sp>
      <p:sp>
        <p:nvSpPr>
          <p:cNvPr id="3" name="Content Placeholder 2">
            <a:extLst>
              <a:ext uri="{FF2B5EF4-FFF2-40B4-BE49-F238E27FC236}">
                <a16:creationId xmlns:a16="http://schemas.microsoft.com/office/drawing/2014/main" id="{F0CD73F8-FF3B-E9F4-4FE3-FE8CA50278F8}"/>
              </a:ext>
            </a:extLst>
          </p:cNvPr>
          <p:cNvSpPr>
            <a:spLocks noGrp="1"/>
          </p:cNvSpPr>
          <p:nvPr>
            <p:ph idx="1"/>
          </p:nvPr>
        </p:nvSpPr>
        <p:spPr>
          <a:xfrm>
            <a:off x="628650" y="1268016"/>
            <a:ext cx="7886700" cy="3263504"/>
          </a:xfrm>
        </p:spPr>
        <p:txBody>
          <a:bodyPr>
            <a:normAutofit/>
          </a:bodyPr>
          <a:lstStyle/>
          <a:p>
            <a:pPr marL="0" indent="0" algn="just">
              <a:lnSpc>
                <a:spcPct val="150000"/>
              </a:lnSpc>
              <a:buNone/>
            </a:pPr>
            <a:r>
              <a:rPr lang="en-US" sz="1400" b="1" dirty="0"/>
              <a:t>Why We Use the Query-First Approach</a:t>
            </a:r>
            <a:r>
              <a:rPr lang="en-US" sz="1400" dirty="0"/>
              <a:t>:</a:t>
            </a:r>
          </a:p>
          <a:p>
            <a:pPr algn="just">
              <a:lnSpc>
                <a:spcPct val="150000"/>
              </a:lnSpc>
            </a:pPr>
            <a:r>
              <a:rPr lang="en-US" sz="1200" dirty="0"/>
              <a:t>Cassandra's schema was designed based on how data is queried most frequently. This eliminates the need for JOINs, improving read and write performance in distributed systems.</a:t>
            </a:r>
          </a:p>
          <a:p>
            <a:pPr algn="just">
              <a:lnSpc>
                <a:spcPct val="150000"/>
              </a:lnSpc>
            </a:pPr>
            <a:endParaRPr lang="en-US" sz="1200" dirty="0"/>
          </a:p>
          <a:p>
            <a:pPr marL="0" indent="0" algn="just">
              <a:lnSpc>
                <a:spcPct val="150000"/>
              </a:lnSpc>
              <a:buNone/>
            </a:pPr>
            <a:r>
              <a:rPr lang="en-US" sz="1400" b="1" dirty="0"/>
              <a:t>Focus on Denormalization</a:t>
            </a:r>
            <a:r>
              <a:rPr lang="en-US" sz="1400" dirty="0"/>
              <a:t>:</a:t>
            </a:r>
          </a:p>
          <a:p>
            <a:pPr algn="just">
              <a:lnSpc>
                <a:spcPct val="150000"/>
              </a:lnSpc>
            </a:pPr>
            <a:r>
              <a:rPr lang="en-US" sz="1200" dirty="0"/>
              <a:t>We denormalized the data, which means that all related information for a query is stored together, avoiding the performance hit of combining data from multiple tables like in traditional relational databases.</a:t>
            </a:r>
          </a:p>
          <a:p>
            <a:pPr algn="just">
              <a:lnSpc>
                <a:spcPct val="150000"/>
              </a:lnSpc>
            </a:pPr>
            <a:endParaRPr lang="en-US" sz="1200" dirty="0"/>
          </a:p>
        </p:txBody>
      </p:sp>
    </p:spTree>
    <p:extLst>
      <p:ext uri="{BB962C8B-B14F-4D97-AF65-F5344CB8AC3E}">
        <p14:creationId xmlns:p14="http://schemas.microsoft.com/office/powerpoint/2010/main" val="32558907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CF0817-6DCF-1B34-A9CF-BD1F1A9B4F30}"/>
              </a:ext>
            </a:extLst>
          </p:cNvPr>
          <p:cNvSpPr>
            <a:spLocks noGrp="1"/>
          </p:cNvSpPr>
          <p:nvPr>
            <p:ph type="title"/>
          </p:nvPr>
        </p:nvSpPr>
        <p:spPr/>
        <p:txBody>
          <a:bodyPr/>
          <a:lstStyle/>
          <a:p>
            <a:r>
              <a:rPr lang="en-US" dirty="0"/>
              <a:t>Cassandra Queries and Table Design</a:t>
            </a:r>
          </a:p>
        </p:txBody>
      </p:sp>
      <p:sp>
        <p:nvSpPr>
          <p:cNvPr id="3" name="Content Placeholder 2">
            <a:extLst>
              <a:ext uri="{FF2B5EF4-FFF2-40B4-BE49-F238E27FC236}">
                <a16:creationId xmlns:a16="http://schemas.microsoft.com/office/drawing/2014/main" id="{8BF86194-C31A-E693-309B-B161B7874418}"/>
              </a:ext>
            </a:extLst>
          </p:cNvPr>
          <p:cNvSpPr>
            <a:spLocks noGrp="1"/>
          </p:cNvSpPr>
          <p:nvPr>
            <p:ph idx="1"/>
          </p:nvPr>
        </p:nvSpPr>
        <p:spPr>
          <a:xfrm>
            <a:off x="628650" y="1268016"/>
            <a:ext cx="7886700" cy="3263504"/>
          </a:xfrm>
        </p:spPr>
        <p:txBody>
          <a:bodyPr>
            <a:normAutofit fontScale="62500" lnSpcReduction="20000"/>
          </a:bodyPr>
          <a:lstStyle/>
          <a:p>
            <a:pPr marL="0" indent="0" algn="just">
              <a:lnSpc>
                <a:spcPct val="170000"/>
              </a:lnSpc>
              <a:buNone/>
            </a:pPr>
            <a:r>
              <a:rPr lang="en-US" b="1" dirty="0"/>
              <a:t>Key Queries</a:t>
            </a:r>
            <a:r>
              <a:rPr lang="en-US" dirty="0"/>
              <a:t>:</a:t>
            </a:r>
          </a:p>
          <a:p>
            <a:pPr marL="400050" indent="-285750" algn="just">
              <a:lnSpc>
                <a:spcPct val="170000"/>
              </a:lnSpc>
            </a:pPr>
            <a:r>
              <a:rPr lang="en-US" dirty="0"/>
              <a:t>Retrieve all courses a student is enrolled in.</a:t>
            </a:r>
          </a:p>
          <a:p>
            <a:pPr marL="400050" indent="-285750" algn="just">
              <a:lnSpc>
                <a:spcPct val="170000"/>
              </a:lnSpc>
            </a:pPr>
            <a:r>
              <a:rPr lang="en-US" dirty="0"/>
              <a:t>Retrieve all students enrolled in a course.</a:t>
            </a:r>
          </a:p>
          <a:p>
            <a:pPr algn="just">
              <a:lnSpc>
                <a:spcPct val="170000"/>
              </a:lnSpc>
              <a:buFont typeface="Arial" panose="020B0604020202020204" pitchFamily="34" charset="0"/>
              <a:buChar char="•"/>
            </a:pPr>
            <a:r>
              <a:rPr lang="en-US" b="1" dirty="0"/>
              <a:t>Table1</a:t>
            </a:r>
            <a:r>
              <a:rPr lang="en-US" dirty="0"/>
              <a:t>: </a:t>
            </a:r>
            <a:r>
              <a:rPr lang="en-US" dirty="0" err="1"/>
              <a:t>courses_by_student</a:t>
            </a:r>
            <a:endParaRPr lang="en-US" dirty="0"/>
          </a:p>
          <a:p>
            <a:pPr marL="742950" lvl="1" indent="-285750" algn="just">
              <a:lnSpc>
                <a:spcPct val="170000"/>
              </a:lnSpc>
              <a:buFont typeface="Arial" panose="020B0604020202020204" pitchFamily="34" charset="0"/>
              <a:buChar char="•"/>
            </a:pPr>
            <a:r>
              <a:rPr lang="en-US" b="1" dirty="0"/>
              <a:t>Partition Key</a:t>
            </a:r>
            <a:r>
              <a:rPr lang="en-US" dirty="0"/>
              <a:t>: studentid ensures that all courses for a single student are grouped together for efficient retrieval.</a:t>
            </a:r>
          </a:p>
          <a:p>
            <a:pPr marL="742950" lvl="1" indent="-285750" algn="just">
              <a:lnSpc>
                <a:spcPct val="170000"/>
              </a:lnSpc>
              <a:buFont typeface="Arial" panose="020B0604020202020204" pitchFamily="34" charset="0"/>
              <a:buChar char="•"/>
            </a:pPr>
            <a:r>
              <a:rPr lang="en-US" b="1" dirty="0"/>
              <a:t>Clustering Key</a:t>
            </a:r>
            <a:r>
              <a:rPr lang="en-US" dirty="0"/>
              <a:t>: </a:t>
            </a:r>
            <a:r>
              <a:rPr lang="en-US" dirty="0" err="1"/>
              <a:t>courseid</a:t>
            </a:r>
            <a:r>
              <a:rPr lang="en-US" dirty="0"/>
              <a:t> allows quick sorting of the courses within each student’s partition.</a:t>
            </a:r>
          </a:p>
          <a:p>
            <a:pPr algn="just">
              <a:lnSpc>
                <a:spcPct val="170000"/>
              </a:lnSpc>
              <a:buFont typeface="Arial" panose="020B0604020202020204" pitchFamily="34" charset="0"/>
              <a:buChar char="•"/>
            </a:pPr>
            <a:r>
              <a:rPr lang="en-US" b="1" dirty="0"/>
              <a:t>Table2</a:t>
            </a:r>
            <a:r>
              <a:rPr lang="en-US" dirty="0"/>
              <a:t>: </a:t>
            </a:r>
            <a:r>
              <a:rPr lang="en-US" dirty="0" err="1"/>
              <a:t>students_by_course</a:t>
            </a:r>
            <a:endParaRPr lang="en-US" dirty="0"/>
          </a:p>
          <a:p>
            <a:pPr marL="742950" lvl="1" indent="-285750" algn="just">
              <a:lnSpc>
                <a:spcPct val="170000"/>
              </a:lnSpc>
              <a:buFont typeface="Arial" panose="020B0604020202020204" pitchFamily="34" charset="0"/>
              <a:buChar char="•"/>
            </a:pPr>
            <a:r>
              <a:rPr lang="en-US" b="1" dirty="0"/>
              <a:t>Partition Key</a:t>
            </a:r>
            <a:r>
              <a:rPr lang="en-US" dirty="0"/>
              <a:t>: </a:t>
            </a:r>
            <a:r>
              <a:rPr lang="en-US" dirty="0" err="1"/>
              <a:t>courseid</a:t>
            </a:r>
            <a:r>
              <a:rPr lang="en-US" dirty="0"/>
              <a:t> groups all students enrolled in a course together for fast access.</a:t>
            </a:r>
          </a:p>
          <a:p>
            <a:pPr marL="742950" lvl="1" indent="-285750" algn="just">
              <a:lnSpc>
                <a:spcPct val="170000"/>
              </a:lnSpc>
              <a:buFont typeface="Arial" panose="020B0604020202020204" pitchFamily="34" charset="0"/>
              <a:buChar char="•"/>
            </a:pPr>
            <a:r>
              <a:rPr lang="en-US" b="1" dirty="0"/>
              <a:t>Clustering Key</a:t>
            </a:r>
            <a:r>
              <a:rPr lang="en-US" dirty="0"/>
              <a:t>: studentid ensures that the students are sorted within each course partition.</a:t>
            </a:r>
          </a:p>
        </p:txBody>
      </p:sp>
    </p:spTree>
    <p:extLst>
      <p:ext uri="{BB962C8B-B14F-4D97-AF65-F5344CB8AC3E}">
        <p14:creationId xmlns:p14="http://schemas.microsoft.com/office/powerpoint/2010/main" val="28208354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CAD0A0-F690-0EB6-88F0-23904E1FC323}"/>
              </a:ext>
            </a:extLst>
          </p:cNvPr>
          <p:cNvSpPr>
            <a:spLocks noGrp="1"/>
          </p:cNvSpPr>
          <p:nvPr>
            <p:ph type="title"/>
          </p:nvPr>
        </p:nvSpPr>
        <p:spPr/>
        <p:txBody>
          <a:bodyPr/>
          <a:lstStyle/>
          <a:p>
            <a:r>
              <a:rPr lang="en-US" dirty="0"/>
              <a:t>Cassandra Queries and Table Design(</a:t>
            </a:r>
            <a:r>
              <a:rPr lang="en-US" dirty="0" err="1"/>
              <a:t>ctd</a:t>
            </a:r>
            <a:r>
              <a:rPr lang="en-US" dirty="0"/>
              <a:t>.)</a:t>
            </a:r>
          </a:p>
        </p:txBody>
      </p:sp>
      <p:sp>
        <p:nvSpPr>
          <p:cNvPr id="3" name="Content Placeholder 2">
            <a:extLst>
              <a:ext uri="{FF2B5EF4-FFF2-40B4-BE49-F238E27FC236}">
                <a16:creationId xmlns:a16="http://schemas.microsoft.com/office/drawing/2014/main" id="{667E7D43-9817-0097-B21E-1D3B3CA34761}"/>
              </a:ext>
            </a:extLst>
          </p:cNvPr>
          <p:cNvSpPr>
            <a:spLocks noGrp="1"/>
          </p:cNvSpPr>
          <p:nvPr>
            <p:ph idx="1"/>
          </p:nvPr>
        </p:nvSpPr>
        <p:spPr>
          <a:xfrm>
            <a:off x="628650" y="1268016"/>
            <a:ext cx="7886700" cy="3263504"/>
          </a:xfrm>
        </p:spPr>
        <p:txBody>
          <a:bodyPr>
            <a:normAutofit/>
          </a:bodyPr>
          <a:lstStyle/>
          <a:p>
            <a:pPr marL="0" indent="0">
              <a:lnSpc>
                <a:spcPct val="150000"/>
              </a:lnSpc>
              <a:buNone/>
            </a:pPr>
            <a:r>
              <a:rPr lang="en-US" sz="1400" b="1" dirty="0"/>
              <a:t>Additional Queries</a:t>
            </a:r>
            <a:r>
              <a:rPr lang="en-US" sz="1400" dirty="0"/>
              <a:t>:</a:t>
            </a:r>
          </a:p>
          <a:p>
            <a:pPr>
              <a:lnSpc>
                <a:spcPct val="150000"/>
              </a:lnSpc>
            </a:pPr>
            <a:r>
              <a:rPr lang="en-US" sz="1200" dirty="0"/>
              <a:t>Retrieve instructor details for a course.</a:t>
            </a:r>
          </a:p>
          <a:p>
            <a:pPr>
              <a:lnSpc>
                <a:spcPct val="150000"/>
              </a:lnSpc>
            </a:pPr>
            <a:r>
              <a:rPr lang="en-US" sz="1200" dirty="0"/>
              <a:t>Retrieve courses by category.</a:t>
            </a:r>
          </a:p>
          <a:p>
            <a:pPr>
              <a:lnSpc>
                <a:spcPct val="150000"/>
              </a:lnSpc>
            </a:pPr>
            <a:r>
              <a:rPr lang="en-US" sz="1200" dirty="0"/>
              <a:t>Retrieve the number of enrollments in a course over a time period.</a:t>
            </a:r>
            <a:endParaRPr lang="en-US" sz="1200" b="1" dirty="0"/>
          </a:p>
          <a:p>
            <a:pPr marL="0" indent="0">
              <a:lnSpc>
                <a:spcPct val="150000"/>
              </a:lnSpc>
              <a:buNone/>
            </a:pPr>
            <a:r>
              <a:rPr lang="en-US" sz="1400" b="1" dirty="0"/>
              <a:t>Design Choices</a:t>
            </a:r>
            <a:r>
              <a:rPr lang="en-US" sz="1400" dirty="0"/>
              <a:t>:</a:t>
            </a:r>
            <a:endParaRPr lang="en-US" sz="1400" b="1" dirty="0"/>
          </a:p>
          <a:p>
            <a:pPr>
              <a:lnSpc>
                <a:spcPct val="150000"/>
              </a:lnSpc>
              <a:buFont typeface="Arial" panose="020B0604020202020204" pitchFamily="34" charset="0"/>
              <a:buChar char="•"/>
            </a:pPr>
            <a:r>
              <a:rPr lang="en-US" sz="1200" b="1" dirty="0"/>
              <a:t> Key</a:t>
            </a:r>
            <a:r>
              <a:rPr lang="en-US" sz="1200" dirty="0"/>
              <a:t>: For each table, the partition key was chosen based on the primary focus of the query, such as </a:t>
            </a:r>
            <a:r>
              <a:rPr lang="en-US" sz="1200" dirty="0" err="1"/>
              <a:t>courseid</a:t>
            </a:r>
            <a:r>
              <a:rPr lang="en-US" sz="1200" dirty="0"/>
              <a:t> for course-related queries or </a:t>
            </a:r>
            <a:r>
              <a:rPr lang="en-US" sz="1200" dirty="0" err="1"/>
              <a:t>categoryid</a:t>
            </a:r>
            <a:r>
              <a:rPr lang="en-US" sz="1200" dirty="0"/>
              <a:t> for category-related queries.</a:t>
            </a:r>
          </a:p>
          <a:p>
            <a:pPr>
              <a:lnSpc>
                <a:spcPct val="150000"/>
              </a:lnSpc>
              <a:buFont typeface="Arial" panose="020B0604020202020204" pitchFamily="34" charset="0"/>
              <a:buChar char="•"/>
            </a:pPr>
            <a:r>
              <a:rPr lang="en-US" sz="1200" b="1" dirty="0"/>
              <a:t>Clustering Keys</a:t>
            </a:r>
            <a:r>
              <a:rPr lang="en-US" sz="1200" dirty="0"/>
              <a:t>: Clustering keys were used to sort data within each partition, making it more efficient for range queries and time-based filtering (e.g., </a:t>
            </a:r>
            <a:r>
              <a:rPr lang="en-US" sz="1200" dirty="0" err="1"/>
              <a:t>enrollment_date</a:t>
            </a:r>
            <a:r>
              <a:rPr lang="en-US" sz="1200" dirty="0"/>
              <a:t> for counting enrollments).</a:t>
            </a:r>
          </a:p>
        </p:txBody>
      </p:sp>
    </p:spTree>
    <p:extLst>
      <p:ext uri="{BB962C8B-B14F-4D97-AF65-F5344CB8AC3E}">
        <p14:creationId xmlns:p14="http://schemas.microsoft.com/office/powerpoint/2010/main" val="41482290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D23EFE-F226-D802-E9B0-92DDE16B2042}"/>
              </a:ext>
            </a:extLst>
          </p:cNvPr>
          <p:cNvSpPr>
            <a:spLocks noGrp="1"/>
          </p:cNvSpPr>
          <p:nvPr>
            <p:ph type="title"/>
          </p:nvPr>
        </p:nvSpPr>
        <p:spPr/>
        <p:txBody>
          <a:bodyPr/>
          <a:lstStyle/>
          <a:p>
            <a:r>
              <a:rPr lang="en-US" dirty="0"/>
              <a:t>Cassandra Cluster Setup</a:t>
            </a:r>
          </a:p>
        </p:txBody>
      </p:sp>
      <p:sp>
        <p:nvSpPr>
          <p:cNvPr id="3" name="Content Placeholder 2">
            <a:extLst>
              <a:ext uri="{FF2B5EF4-FFF2-40B4-BE49-F238E27FC236}">
                <a16:creationId xmlns:a16="http://schemas.microsoft.com/office/drawing/2014/main" id="{135F3A72-D103-E11F-157B-7D0C2D7864EB}"/>
              </a:ext>
            </a:extLst>
          </p:cNvPr>
          <p:cNvSpPr>
            <a:spLocks noGrp="1"/>
          </p:cNvSpPr>
          <p:nvPr>
            <p:ph idx="1"/>
          </p:nvPr>
        </p:nvSpPr>
        <p:spPr/>
        <p:txBody>
          <a:bodyPr>
            <a:noAutofit/>
          </a:bodyPr>
          <a:lstStyle/>
          <a:p>
            <a:pPr marL="0" indent="0">
              <a:lnSpc>
                <a:spcPct val="160000"/>
              </a:lnSpc>
              <a:buNone/>
            </a:pPr>
            <a:r>
              <a:rPr lang="en-US" sz="1400" b="1" dirty="0"/>
              <a:t>Cluster Setup</a:t>
            </a:r>
            <a:r>
              <a:rPr lang="en-US" sz="1400" dirty="0"/>
              <a:t>:</a:t>
            </a:r>
          </a:p>
          <a:p>
            <a:pPr>
              <a:lnSpc>
                <a:spcPct val="160000"/>
              </a:lnSpc>
              <a:buFont typeface="Arial" panose="020B0604020202020204" pitchFamily="34" charset="0"/>
              <a:buChar char="•"/>
            </a:pPr>
            <a:r>
              <a:rPr lang="en-US" sz="1200" dirty="0"/>
              <a:t>We set up a two-node Cassandra cluster using Docker. The data is not replicated across both nodes with </a:t>
            </a:r>
            <a:r>
              <a:rPr lang="en-US" sz="1200" dirty="0" err="1"/>
              <a:t>SimpleStrategy</a:t>
            </a:r>
            <a:r>
              <a:rPr lang="en-US" sz="1200" dirty="0"/>
              <a:t> and a replication factor (RF) of 1.</a:t>
            </a:r>
          </a:p>
          <a:p>
            <a:pPr>
              <a:lnSpc>
                <a:spcPct val="160000"/>
              </a:lnSpc>
              <a:buFont typeface="Arial" panose="020B0604020202020204" pitchFamily="34" charset="0"/>
              <a:buChar char="•"/>
            </a:pPr>
            <a:r>
              <a:rPr lang="en-US" sz="1200" dirty="0"/>
              <a:t>This configuration was chosen to limit cross-node communication and optimize performance testing. However, this setup does </a:t>
            </a:r>
            <a:r>
              <a:rPr lang="en-US" sz="1200" b="1" dirty="0"/>
              <a:t>not</a:t>
            </a:r>
            <a:r>
              <a:rPr lang="en-US" sz="1200" dirty="0"/>
              <a:t> provide fault tolerance, meaning the system could fail if one node goes down..</a:t>
            </a:r>
          </a:p>
          <a:p>
            <a:pPr marL="0" indent="0">
              <a:lnSpc>
                <a:spcPct val="160000"/>
              </a:lnSpc>
              <a:buNone/>
            </a:pPr>
            <a:r>
              <a:rPr lang="en-US" sz="1400" b="1" dirty="0"/>
              <a:t>Challenges</a:t>
            </a:r>
            <a:r>
              <a:rPr lang="en-US" sz="1400" dirty="0"/>
              <a:t>:</a:t>
            </a:r>
          </a:p>
          <a:p>
            <a:pPr>
              <a:lnSpc>
                <a:spcPct val="160000"/>
              </a:lnSpc>
              <a:buFont typeface="Arial" panose="020B0604020202020204" pitchFamily="34" charset="0"/>
              <a:buChar char="•"/>
            </a:pPr>
            <a:r>
              <a:rPr lang="en-US" sz="1200" dirty="0"/>
              <a:t>Due to system constraints, we used a two-node setup, which still provided adequate fault tolerance and allowed us to measure query performance.</a:t>
            </a:r>
          </a:p>
        </p:txBody>
      </p:sp>
    </p:spTree>
    <p:extLst>
      <p:ext uri="{BB962C8B-B14F-4D97-AF65-F5344CB8AC3E}">
        <p14:creationId xmlns:p14="http://schemas.microsoft.com/office/powerpoint/2010/main" val="16640273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D7B80D-DA53-9DAA-0DF0-4C330A43952C}"/>
              </a:ext>
            </a:extLst>
          </p:cNvPr>
          <p:cNvSpPr>
            <a:spLocks noGrp="1"/>
          </p:cNvSpPr>
          <p:nvPr>
            <p:ph type="title"/>
          </p:nvPr>
        </p:nvSpPr>
        <p:spPr/>
        <p:txBody>
          <a:bodyPr/>
          <a:lstStyle/>
          <a:p>
            <a:r>
              <a:rPr lang="en-US" dirty="0"/>
              <a:t>Performance Comparison (Partitioning vs Sharding vs Cassandra)</a:t>
            </a:r>
          </a:p>
        </p:txBody>
      </p:sp>
      <p:sp>
        <p:nvSpPr>
          <p:cNvPr id="3" name="Content Placeholder 2">
            <a:extLst>
              <a:ext uri="{FF2B5EF4-FFF2-40B4-BE49-F238E27FC236}">
                <a16:creationId xmlns:a16="http://schemas.microsoft.com/office/drawing/2014/main" id="{C426B04C-F872-D8EE-CA3A-03CDA085B060}"/>
              </a:ext>
            </a:extLst>
          </p:cNvPr>
          <p:cNvSpPr>
            <a:spLocks noGrp="1"/>
          </p:cNvSpPr>
          <p:nvPr>
            <p:ph idx="1"/>
          </p:nvPr>
        </p:nvSpPr>
        <p:spPr/>
        <p:txBody>
          <a:bodyPr>
            <a:normAutofit/>
          </a:bodyPr>
          <a:lstStyle/>
          <a:p>
            <a:pPr>
              <a:lnSpc>
                <a:spcPct val="150000"/>
              </a:lnSpc>
            </a:pPr>
            <a:r>
              <a:rPr lang="en-US" sz="1400" b="1" dirty="0"/>
              <a:t>Comparison Across Systems</a:t>
            </a:r>
            <a:r>
              <a:rPr lang="en-US" sz="1400" dirty="0"/>
              <a:t>: </a:t>
            </a:r>
            <a:r>
              <a:rPr lang="en-US" sz="1200" dirty="0"/>
              <a:t>We compared the performance of partitioning, sharding, and Cassandra across five key queries:</a:t>
            </a:r>
          </a:p>
          <a:p>
            <a:pPr>
              <a:lnSpc>
                <a:spcPct val="150000"/>
              </a:lnSpc>
            </a:pPr>
            <a:r>
              <a:rPr lang="en-US" sz="1400" b="1" dirty="0"/>
              <a:t>Results:</a:t>
            </a:r>
            <a:br>
              <a:rPr lang="en-US" sz="1200" b="1" dirty="0"/>
            </a:br>
            <a:br>
              <a:rPr lang="en-US" sz="1200" dirty="0"/>
            </a:br>
            <a:endParaRPr lang="en-US" sz="1200" dirty="0"/>
          </a:p>
        </p:txBody>
      </p:sp>
      <p:pic>
        <p:nvPicPr>
          <p:cNvPr id="4" name="Picture 3">
            <a:extLst>
              <a:ext uri="{FF2B5EF4-FFF2-40B4-BE49-F238E27FC236}">
                <a16:creationId xmlns:a16="http://schemas.microsoft.com/office/drawing/2014/main" id="{EC80376C-1DC8-4FDF-6FD6-69A5D3EC58C2}"/>
              </a:ext>
            </a:extLst>
          </p:cNvPr>
          <p:cNvPicPr>
            <a:picLocks noChangeAspect="1"/>
          </p:cNvPicPr>
          <p:nvPr/>
        </p:nvPicPr>
        <p:blipFill>
          <a:blip r:embed="rId2"/>
          <a:stretch>
            <a:fillRect/>
          </a:stretch>
        </p:blipFill>
        <p:spPr>
          <a:xfrm>
            <a:off x="1045028" y="2668041"/>
            <a:ext cx="6534397" cy="1872163"/>
          </a:xfrm>
          <a:prstGeom prst="rect">
            <a:avLst/>
          </a:prstGeom>
        </p:spPr>
      </p:pic>
    </p:spTree>
    <p:extLst>
      <p:ext uri="{BB962C8B-B14F-4D97-AF65-F5344CB8AC3E}">
        <p14:creationId xmlns:p14="http://schemas.microsoft.com/office/powerpoint/2010/main" val="2994102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788746-1E26-FE66-7B39-223A46896CE1}"/>
              </a:ext>
            </a:extLst>
          </p:cNvPr>
          <p:cNvSpPr>
            <a:spLocks noGrp="1"/>
          </p:cNvSpPr>
          <p:nvPr>
            <p:ph type="title"/>
          </p:nvPr>
        </p:nvSpPr>
        <p:spPr/>
        <p:txBody>
          <a:bodyPr/>
          <a:lstStyle/>
          <a:p>
            <a:r>
              <a:rPr lang="en-US" dirty="0"/>
              <a:t>Performance Inferences (Postgres vs Cassandra)</a:t>
            </a:r>
          </a:p>
        </p:txBody>
      </p:sp>
      <p:sp>
        <p:nvSpPr>
          <p:cNvPr id="3" name="Content Placeholder 2">
            <a:extLst>
              <a:ext uri="{FF2B5EF4-FFF2-40B4-BE49-F238E27FC236}">
                <a16:creationId xmlns:a16="http://schemas.microsoft.com/office/drawing/2014/main" id="{16384D8D-A80C-7C06-E350-DF43246E573D}"/>
              </a:ext>
            </a:extLst>
          </p:cNvPr>
          <p:cNvSpPr>
            <a:spLocks noGrp="1"/>
          </p:cNvSpPr>
          <p:nvPr>
            <p:ph idx="1"/>
          </p:nvPr>
        </p:nvSpPr>
        <p:spPr/>
        <p:txBody>
          <a:bodyPr>
            <a:normAutofit/>
          </a:bodyPr>
          <a:lstStyle/>
          <a:p>
            <a:pPr>
              <a:lnSpc>
                <a:spcPct val="160000"/>
              </a:lnSpc>
              <a:buFont typeface="Arial" panose="020B0604020202020204" pitchFamily="34" charset="0"/>
              <a:buChar char="•"/>
            </a:pPr>
            <a:r>
              <a:rPr lang="en-US" sz="1200" dirty="0"/>
              <a:t>Postgres partitioning delivered the fastest performance for read-heavy queries, such as retrieving a student’s courses, because the data remains localized within one node. Partitioning also performed well for range queries, where all the data resides within a specific partition.</a:t>
            </a:r>
          </a:p>
          <a:p>
            <a:pPr>
              <a:lnSpc>
                <a:spcPct val="160000"/>
              </a:lnSpc>
              <a:buFont typeface="Arial" panose="020B0604020202020204" pitchFamily="34" charset="0"/>
              <a:buChar char="•"/>
            </a:pPr>
            <a:r>
              <a:rPr lang="en-US" sz="1200" dirty="0"/>
              <a:t>Sharding allowed the system to scale effectively, but the overhead of accessing data across multiple nodes slowed down select and range queries. The performance for inserts and deletes was also slower due to the need to write to multiple nodes.</a:t>
            </a:r>
          </a:p>
          <a:p>
            <a:pPr>
              <a:lnSpc>
                <a:spcPct val="160000"/>
              </a:lnSpc>
              <a:buFont typeface="Arial" panose="020B0604020202020204" pitchFamily="34" charset="0"/>
              <a:buChar char="•"/>
            </a:pPr>
            <a:r>
              <a:rPr lang="en-US" sz="1200" dirty="0"/>
              <a:t>Cassandra’s performance was slower for read-heavy queries, particularly when retrieving large datasets or performing aggregations like enrollment counts. However, it handled distributed writes efficiently and provided strong availability and fault tolerance.</a:t>
            </a:r>
          </a:p>
          <a:p>
            <a:pPr>
              <a:lnSpc>
                <a:spcPct val="160000"/>
              </a:lnSpc>
            </a:pPr>
            <a:endParaRPr lang="en-US" sz="1200" dirty="0"/>
          </a:p>
        </p:txBody>
      </p:sp>
    </p:spTree>
    <p:extLst>
      <p:ext uri="{BB962C8B-B14F-4D97-AF65-F5344CB8AC3E}">
        <p14:creationId xmlns:p14="http://schemas.microsoft.com/office/powerpoint/2010/main" val="10824986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B655A7-7B00-1185-ED74-FEFC3C9FBFA7}"/>
              </a:ext>
            </a:extLst>
          </p:cNvPr>
          <p:cNvSpPr>
            <a:spLocks noGrp="1"/>
          </p:cNvSpPr>
          <p:nvPr>
            <p:ph type="title"/>
          </p:nvPr>
        </p:nvSpPr>
        <p:spPr/>
        <p:txBody>
          <a:bodyPr/>
          <a:lstStyle/>
          <a:p>
            <a:r>
              <a:rPr lang="en-US" dirty="0"/>
              <a:t>Detailed Comparison of Sharding vs Cassandra</a:t>
            </a:r>
          </a:p>
        </p:txBody>
      </p:sp>
      <p:sp>
        <p:nvSpPr>
          <p:cNvPr id="3" name="Content Placeholder 2">
            <a:extLst>
              <a:ext uri="{FF2B5EF4-FFF2-40B4-BE49-F238E27FC236}">
                <a16:creationId xmlns:a16="http://schemas.microsoft.com/office/drawing/2014/main" id="{D689D7D1-67DA-0637-4F6B-1E7D3959F5B9}"/>
              </a:ext>
            </a:extLst>
          </p:cNvPr>
          <p:cNvSpPr>
            <a:spLocks noGrp="1"/>
          </p:cNvSpPr>
          <p:nvPr>
            <p:ph idx="1"/>
          </p:nvPr>
        </p:nvSpPr>
        <p:spPr/>
        <p:txBody>
          <a:bodyPr>
            <a:normAutofit/>
          </a:bodyPr>
          <a:lstStyle/>
          <a:p>
            <a:pPr>
              <a:lnSpc>
                <a:spcPct val="150000"/>
              </a:lnSpc>
              <a:buFont typeface="Arial" panose="020B0604020202020204" pitchFamily="34" charset="0"/>
              <a:buChar char="•"/>
            </a:pPr>
            <a:r>
              <a:rPr lang="en-US" sz="1400" b="1" dirty="0"/>
              <a:t>Sharding</a:t>
            </a:r>
            <a:r>
              <a:rPr lang="en-US" sz="1200" dirty="0"/>
              <a:t>:</a:t>
            </a:r>
            <a:br>
              <a:rPr lang="en-US" sz="1200" dirty="0"/>
            </a:br>
            <a:r>
              <a:rPr lang="en-US" sz="1200" dirty="0"/>
              <a:t>In Postgres, sharding distributes data across multiple nodes, allowing the system to manage large datasets. However, sharding comes with the cost of slower cross-node queries, especially for read-heavy workloads.</a:t>
            </a:r>
          </a:p>
          <a:p>
            <a:pPr>
              <a:lnSpc>
                <a:spcPct val="150000"/>
              </a:lnSpc>
              <a:buFont typeface="Arial" panose="020B0604020202020204" pitchFamily="34" charset="0"/>
              <a:buChar char="•"/>
            </a:pPr>
            <a:r>
              <a:rPr lang="en-US" sz="1400" b="1" dirty="0"/>
              <a:t>Cassandra</a:t>
            </a:r>
            <a:r>
              <a:rPr lang="en-US" sz="1400" dirty="0"/>
              <a:t>:</a:t>
            </a:r>
            <a:br>
              <a:rPr lang="en-US" sz="1200" dirty="0"/>
            </a:br>
            <a:r>
              <a:rPr lang="en-US" sz="1200" dirty="0"/>
              <a:t>Cassandra, on the other hand, ensures data availability and quick write operations in distributed environments. However, read queries—especially those involving multiple conditions—are slower compared to Postgres partitioning due to the lack of JOIN operations and more complex query execution.</a:t>
            </a:r>
          </a:p>
          <a:p>
            <a:pPr>
              <a:lnSpc>
                <a:spcPct val="150000"/>
              </a:lnSpc>
            </a:pPr>
            <a:endParaRPr lang="en-US" sz="1200" dirty="0"/>
          </a:p>
        </p:txBody>
      </p:sp>
    </p:spTree>
    <p:extLst>
      <p:ext uri="{BB962C8B-B14F-4D97-AF65-F5344CB8AC3E}">
        <p14:creationId xmlns:p14="http://schemas.microsoft.com/office/powerpoint/2010/main" val="30786918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396725-1E3F-05A5-97F1-A24FB6139456}"/>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A182C008-355D-BCED-2030-2A12347CD2CF}"/>
              </a:ext>
            </a:extLst>
          </p:cNvPr>
          <p:cNvSpPr>
            <a:spLocks noGrp="1"/>
          </p:cNvSpPr>
          <p:nvPr>
            <p:ph idx="1"/>
          </p:nvPr>
        </p:nvSpPr>
        <p:spPr/>
        <p:txBody>
          <a:bodyPr>
            <a:noAutofit/>
          </a:bodyPr>
          <a:lstStyle/>
          <a:p>
            <a:pPr>
              <a:lnSpc>
                <a:spcPct val="150000"/>
              </a:lnSpc>
              <a:buFont typeface="Arial" panose="020B0604020202020204" pitchFamily="34" charset="0"/>
              <a:buChar char="•"/>
            </a:pPr>
            <a:r>
              <a:rPr lang="en-US" sz="1400" b="1" dirty="0"/>
              <a:t>Postgres Partitioning</a:t>
            </a:r>
            <a:r>
              <a:rPr lang="en-US" sz="1200" dirty="0"/>
              <a:t>: Best for systems where high query performance is required and data can fit within a single node. Partitioning provides optimal speed for read-heavy operations.</a:t>
            </a:r>
          </a:p>
          <a:p>
            <a:pPr>
              <a:lnSpc>
                <a:spcPct val="150000"/>
              </a:lnSpc>
              <a:buFont typeface="Arial" panose="020B0604020202020204" pitchFamily="34" charset="0"/>
              <a:buChar char="•"/>
            </a:pPr>
            <a:r>
              <a:rPr lang="en-US" sz="1400" b="1" dirty="0"/>
              <a:t>Sharding in Postgres</a:t>
            </a:r>
            <a:r>
              <a:rPr lang="en-US" sz="1200" dirty="0"/>
              <a:t>: Ideal for scaling larger datasets across multiple nodes. Sharding enables distributed data storage but introduces query latency, especially for select and range queries.</a:t>
            </a:r>
          </a:p>
          <a:p>
            <a:pPr>
              <a:lnSpc>
                <a:spcPct val="150000"/>
              </a:lnSpc>
              <a:buFont typeface="Arial" panose="020B0604020202020204" pitchFamily="34" charset="0"/>
              <a:buChar char="•"/>
            </a:pPr>
            <a:r>
              <a:rPr lang="en-US" sz="1400" b="1" dirty="0"/>
              <a:t>Cassandra</a:t>
            </a:r>
            <a:r>
              <a:rPr lang="en-US" sz="1200" dirty="0"/>
              <a:t>: Best suited for write-heavy workloads where high availability is a priority. Cassandra performs well in distributed environments but struggles with complex read queries and aggregations.</a:t>
            </a:r>
          </a:p>
          <a:p>
            <a:pPr>
              <a:lnSpc>
                <a:spcPct val="150000"/>
              </a:lnSpc>
              <a:buFont typeface="Arial" panose="020B0604020202020204" pitchFamily="34" charset="0"/>
              <a:buChar char="•"/>
            </a:pPr>
            <a:r>
              <a:rPr lang="en-US" sz="1400" b="1" dirty="0"/>
              <a:t>Overall</a:t>
            </a:r>
            <a:r>
              <a:rPr lang="en-US" sz="1200" dirty="0"/>
              <a:t>, Each system has strengths depending on the requirements. For this project, partitioning in Postgres yielded the best query performance, while Cassandra excelled in high availability for distributed data.</a:t>
            </a:r>
          </a:p>
        </p:txBody>
      </p:sp>
    </p:spTree>
    <p:extLst>
      <p:ext uri="{BB962C8B-B14F-4D97-AF65-F5344CB8AC3E}">
        <p14:creationId xmlns:p14="http://schemas.microsoft.com/office/powerpoint/2010/main" val="32578758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3ACB97E-45C6-4E77-C571-0B96D18F995C}"/>
              </a:ext>
            </a:extLst>
          </p:cNvPr>
          <p:cNvSpPr txBox="1"/>
          <p:nvPr/>
        </p:nvSpPr>
        <p:spPr>
          <a:xfrm>
            <a:off x="2456873" y="1634836"/>
            <a:ext cx="3205558" cy="769441"/>
          </a:xfrm>
          <a:prstGeom prst="rect">
            <a:avLst/>
          </a:prstGeom>
          <a:noFill/>
        </p:spPr>
        <p:txBody>
          <a:bodyPr wrap="none" rtlCol="0">
            <a:spAutoFit/>
          </a:bodyPr>
          <a:lstStyle/>
          <a:p>
            <a:r>
              <a:rPr lang="en-US" sz="4400" b="1">
                <a:solidFill>
                  <a:schemeClr val="bg1"/>
                </a:solidFill>
              </a:rPr>
              <a:t>Thank You!</a:t>
            </a:r>
            <a:endParaRPr lang="en-US" sz="4400" b="1" dirty="0">
              <a:solidFill>
                <a:schemeClr val="bg1"/>
              </a:solidFill>
            </a:endParaRPr>
          </a:p>
        </p:txBody>
      </p:sp>
    </p:spTree>
    <p:extLst>
      <p:ext uri="{BB962C8B-B14F-4D97-AF65-F5344CB8AC3E}">
        <p14:creationId xmlns:p14="http://schemas.microsoft.com/office/powerpoint/2010/main" val="2332937764"/>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{59DB9003-08C6-A44B-B374-62BE413F1DB3}tf16401378</Template>
  <TotalTime>3971</TotalTime>
  <Words>1234</Words>
  <Application>Microsoft Macintosh PowerPoint</Application>
  <PresentationFormat>On-screen Show (16:9)</PresentationFormat>
  <Paragraphs>86</Paragraphs>
  <Slides>17</Slides>
  <Notes>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Univers 65</vt:lpstr>
      <vt:lpstr>Office Theme</vt:lpstr>
      <vt:lpstr>PowerPoint Presentation</vt:lpstr>
      <vt:lpstr>Project Overview</vt:lpstr>
      <vt:lpstr>PowerPoint Presentation</vt:lpstr>
      <vt:lpstr>Postgres Schema and Partitioning</vt:lpstr>
      <vt:lpstr>Sharding in Postgres</vt:lpstr>
      <vt:lpstr>Postgres Performance Testing</vt:lpstr>
      <vt:lpstr>Partitioning vs Sharding</vt:lpstr>
      <vt:lpstr>PowerPoint Presentation</vt:lpstr>
      <vt:lpstr>Cassandra and the Query-First Approach</vt:lpstr>
      <vt:lpstr>Cassandra Queries and Table Design</vt:lpstr>
      <vt:lpstr>Cassandra Queries and Table Design(ctd.)</vt:lpstr>
      <vt:lpstr>Cassandra Cluster Setup</vt:lpstr>
      <vt:lpstr>Performance Comparison (Partitioning vs Sharding vs Cassandra)</vt:lpstr>
      <vt:lpstr>Performance Inferences (Postgres vs Cassandra)</vt:lpstr>
      <vt:lpstr>Detailed Comparison of Sharding vs Cassandra</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Tim Smith</dc:creator>
  <cp:lastModifiedBy>Harsha Sai Jagu</cp:lastModifiedBy>
  <cp:revision>211</cp:revision>
  <dcterms:created xsi:type="dcterms:W3CDTF">2019-11-06T18:18:56Z</dcterms:created>
  <dcterms:modified xsi:type="dcterms:W3CDTF">2024-10-19T00:59:31Z</dcterms:modified>
</cp:coreProperties>
</file>